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710CD9-2853-415B-984E-3088A1A8790C}" v="4" dt="2025-09-16T03:18:10.596"/>
    <p1510:client id="{FD79E04E-E0DB-4601-A6DE-256529C1182A}" v="32" dt="2025-09-16T03:34:55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695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264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20C96E-2DCB-4192-9563-A1F20E64C099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ED13CE2-E513-4406-A041-2736E79E055B}">
      <dgm:prSet phldrT="[Text]"/>
      <dgm:spPr/>
      <dgm:t>
        <a:bodyPr/>
        <a:lstStyle/>
        <a:p>
          <a:r>
            <a:rPr lang="en-US"/>
            <a:t>Mood Report</a:t>
          </a:r>
          <a:endParaRPr lang="en-US" dirty="0"/>
        </a:p>
      </dgm:t>
    </dgm:pt>
    <dgm:pt modelId="{56E2F784-6B69-402E-BB3B-FA5E78DDF7CF}" type="parTrans" cxnId="{893005D6-1565-43D8-ABB7-B319188BE187}">
      <dgm:prSet/>
      <dgm:spPr/>
      <dgm:t>
        <a:bodyPr/>
        <a:lstStyle/>
        <a:p>
          <a:endParaRPr lang="en-US"/>
        </a:p>
      </dgm:t>
    </dgm:pt>
    <dgm:pt modelId="{22FC394E-94AF-4055-9C15-8A947F8D1FDE}" type="sibTrans" cxnId="{893005D6-1565-43D8-ABB7-B319188BE187}">
      <dgm:prSet/>
      <dgm:spPr/>
      <dgm:t>
        <a:bodyPr/>
        <a:lstStyle/>
        <a:p>
          <a:endParaRPr lang="en-US"/>
        </a:p>
      </dgm:t>
    </dgm:pt>
    <dgm:pt modelId="{D62AA7C4-6AC8-4E20-8D1B-5EFFFF081B3D}">
      <dgm:prSet phldrT="[Text]"/>
      <dgm:spPr/>
      <dgm:t>
        <a:bodyPr/>
        <a:lstStyle/>
        <a:p>
          <a:r>
            <a:rPr lang="en-US" dirty="0"/>
            <a:t>Process moods</a:t>
          </a:r>
        </a:p>
      </dgm:t>
    </dgm:pt>
    <dgm:pt modelId="{8863ECA1-6B48-467D-AC5D-D2E09FA72DFB}" type="parTrans" cxnId="{87076665-6A5F-4724-97CE-A959E5AB6828}">
      <dgm:prSet/>
      <dgm:spPr/>
      <dgm:t>
        <a:bodyPr/>
        <a:lstStyle/>
        <a:p>
          <a:endParaRPr lang="en-US"/>
        </a:p>
      </dgm:t>
    </dgm:pt>
    <dgm:pt modelId="{C2091530-6FDB-48F7-BAC4-BA5BD4D1E0E7}" type="sibTrans" cxnId="{87076665-6A5F-4724-97CE-A959E5AB6828}">
      <dgm:prSet/>
      <dgm:spPr/>
      <dgm:t>
        <a:bodyPr/>
        <a:lstStyle/>
        <a:p>
          <a:endParaRPr lang="en-US"/>
        </a:p>
      </dgm:t>
    </dgm:pt>
    <dgm:pt modelId="{93B26283-256F-4EBF-AA72-AC162B5873D1}">
      <dgm:prSet phldrT="[Text]"/>
      <dgm:spPr/>
      <dgm:t>
        <a:bodyPr/>
        <a:lstStyle/>
        <a:p>
          <a:r>
            <a:rPr lang="en-US"/>
            <a:t>Input more, id, mood</a:t>
          </a:r>
          <a:endParaRPr lang="en-US" dirty="0"/>
        </a:p>
      </dgm:t>
    </dgm:pt>
    <dgm:pt modelId="{34608137-36A8-4FEE-AB73-A09885DE4D02}" type="parTrans" cxnId="{B4F2BAB7-B667-4B3B-8599-80362E18055F}">
      <dgm:prSet/>
      <dgm:spPr/>
      <dgm:t>
        <a:bodyPr/>
        <a:lstStyle/>
        <a:p>
          <a:endParaRPr lang="en-US"/>
        </a:p>
      </dgm:t>
    </dgm:pt>
    <dgm:pt modelId="{3C0B5865-3126-4882-A46B-44E0AE13177E}" type="sibTrans" cxnId="{B4F2BAB7-B667-4B3B-8599-80362E18055F}">
      <dgm:prSet/>
      <dgm:spPr/>
      <dgm:t>
        <a:bodyPr/>
        <a:lstStyle/>
        <a:p>
          <a:endParaRPr lang="en-US"/>
        </a:p>
      </dgm:t>
    </dgm:pt>
    <dgm:pt modelId="{59294BBA-9BD4-4D16-9285-0445F0BB6157}">
      <dgm:prSet phldrT="[Text]"/>
      <dgm:spPr/>
      <dgm:t>
        <a:bodyPr/>
        <a:lstStyle/>
        <a:p>
          <a:r>
            <a:rPr lang="en-US"/>
            <a:t>Update high and highID, low, lowID</a:t>
          </a:r>
          <a:endParaRPr lang="en-US" dirty="0"/>
        </a:p>
      </dgm:t>
    </dgm:pt>
    <dgm:pt modelId="{25B4D462-DE9C-4F51-B401-A53538804DB3}" type="parTrans" cxnId="{09958A43-53BC-4982-AB92-907C69A86331}">
      <dgm:prSet/>
      <dgm:spPr/>
      <dgm:t>
        <a:bodyPr/>
        <a:lstStyle/>
        <a:p>
          <a:endParaRPr lang="en-US"/>
        </a:p>
      </dgm:t>
    </dgm:pt>
    <dgm:pt modelId="{6AF3B3F4-914F-4823-8038-DF9CA03D20A1}" type="sibTrans" cxnId="{09958A43-53BC-4982-AB92-907C69A86331}">
      <dgm:prSet/>
      <dgm:spPr/>
      <dgm:t>
        <a:bodyPr/>
        <a:lstStyle/>
        <a:p>
          <a:endParaRPr lang="en-US"/>
        </a:p>
      </dgm:t>
    </dgm:pt>
    <dgm:pt modelId="{41C6E89D-D940-4E87-975E-9D0C2B04811D}">
      <dgm:prSet phldrT="[Text]"/>
      <dgm:spPr/>
      <dgm:t>
        <a:bodyPr/>
        <a:lstStyle/>
        <a:p>
          <a:r>
            <a:rPr lang="en-US"/>
            <a:t>Output avg,  high, highID, low, lowID</a:t>
          </a:r>
          <a:endParaRPr lang="en-US" dirty="0"/>
        </a:p>
      </dgm:t>
    </dgm:pt>
    <dgm:pt modelId="{A96D1313-EC71-441F-BDD1-9B81F04D394F}" type="parTrans" cxnId="{6664F195-B6C9-41C2-B821-5BCB1E0725B9}">
      <dgm:prSet/>
      <dgm:spPr/>
      <dgm:t>
        <a:bodyPr/>
        <a:lstStyle/>
        <a:p>
          <a:endParaRPr lang="en-US"/>
        </a:p>
      </dgm:t>
    </dgm:pt>
    <dgm:pt modelId="{F56E747E-9A68-4475-A906-13F3E97F2CCA}" type="sibTrans" cxnId="{6664F195-B6C9-41C2-B821-5BCB1E0725B9}">
      <dgm:prSet/>
      <dgm:spPr/>
      <dgm:t>
        <a:bodyPr/>
        <a:lstStyle/>
        <a:p>
          <a:endParaRPr lang="en-US"/>
        </a:p>
      </dgm:t>
    </dgm:pt>
    <dgm:pt modelId="{5E33B5A9-9E03-41BC-A117-16CC1FCC70F2}">
      <dgm:prSet/>
      <dgm:spPr/>
      <dgm:t>
        <a:bodyPr/>
        <a:lstStyle/>
        <a:p>
          <a:r>
            <a:rPr lang="en-US"/>
            <a:t>Initialize sum, count, high, low</a:t>
          </a:r>
          <a:endParaRPr lang="en-US" dirty="0"/>
        </a:p>
      </dgm:t>
    </dgm:pt>
    <dgm:pt modelId="{560E6BF2-7A8C-4D07-9F45-59A09D56280E}" type="parTrans" cxnId="{A5D95AA8-25AC-4112-92F0-3C7B0D58D55D}">
      <dgm:prSet/>
      <dgm:spPr/>
      <dgm:t>
        <a:bodyPr/>
        <a:lstStyle/>
        <a:p>
          <a:endParaRPr lang="en-US"/>
        </a:p>
      </dgm:t>
    </dgm:pt>
    <dgm:pt modelId="{B3252C20-21E6-4A3D-9CF1-383448F89957}" type="sibTrans" cxnId="{A5D95AA8-25AC-4112-92F0-3C7B0D58D55D}">
      <dgm:prSet/>
      <dgm:spPr/>
      <dgm:t>
        <a:bodyPr/>
        <a:lstStyle/>
        <a:p>
          <a:endParaRPr lang="en-US"/>
        </a:p>
      </dgm:t>
    </dgm:pt>
    <dgm:pt modelId="{6E48027A-9734-4A35-AA25-30E3E5D95F42}">
      <dgm:prSet/>
      <dgm:spPr/>
      <dgm:t>
        <a:bodyPr/>
        <a:lstStyle/>
        <a:p>
          <a:r>
            <a:rPr lang="en-US"/>
            <a:t>Accumulate mood into  </a:t>
          </a:r>
          <a:r>
            <a:rPr lang="en-US" dirty="0"/>
            <a:t>sum</a:t>
          </a:r>
        </a:p>
      </dgm:t>
    </dgm:pt>
    <dgm:pt modelId="{BCD95FE8-BF12-479C-AA18-BC438763FEE6}" type="parTrans" cxnId="{DB6812C8-20E5-4E14-AF25-F4CBC606DA79}">
      <dgm:prSet/>
      <dgm:spPr/>
      <dgm:t>
        <a:bodyPr/>
        <a:lstStyle/>
        <a:p>
          <a:endParaRPr lang="en-US"/>
        </a:p>
      </dgm:t>
    </dgm:pt>
    <dgm:pt modelId="{9958F687-5C17-408C-A91F-A9E0E7F5141E}" type="sibTrans" cxnId="{DB6812C8-20E5-4E14-AF25-F4CBC606DA79}">
      <dgm:prSet/>
      <dgm:spPr/>
      <dgm:t>
        <a:bodyPr/>
        <a:lstStyle/>
        <a:p>
          <a:endParaRPr lang="en-US"/>
        </a:p>
      </dgm:t>
    </dgm:pt>
    <dgm:pt modelId="{C616644E-4E4E-472D-A411-1D76C406461E}">
      <dgm:prSet/>
      <dgm:spPr/>
      <dgm:t>
        <a:bodyPr/>
        <a:lstStyle/>
        <a:p>
          <a:r>
            <a:rPr lang="en-US" dirty="0" err="1"/>
            <a:t>Calc</a:t>
          </a:r>
          <a:r>
            <a:rPr lang="en-US" dirty="0"/>
            <a:t> </a:t>
          </a:r>
          <a:r>
            <a:rPr lang="en-US" dirty="0" err="1"/>
            <a:t>Avg</a:t>
          </a:r>
          <a:endParaRPr lang="en-US" dirty="0"/>
        </a:p>
      </dgm:t>
    </dgm:pt>
    <dgm:pt modelId="{F93783E2-A2EA-4A3C-A2A8-ABF65F4B6DA8}" type="parTrans" cxnId="{EBC04BAE-F736-4F55-86ED-C2BE33BCCCC4}">
      <dgm:prSet/>
      <dgm:spPr/>
      <dgm:t>
        <a:bodyPr/>
        <a:lstStyle/>
        <a:p>
          <a:endParaRPr lang="en-US"/>
        </a:p>
      </dgm:t>
    </dgm:pt>
    <dgm:pt modelId="{565F874F-FF1C-4047-B892-9CA7AAE38D82}" type="sibTrans" cxnId="{EBC04BAE-F736-4F55-86ED-C2BE33BCCCC4}">
      <dgm:prSet/>
      <dgm:spPr/>
      <dgm:t>
        <a:bodyPr/>
        <a:lstStyle/>
        <a:p>
          <a:endParaRPr lang="en-US"/>
        </a:p>
      </dgm:t>
    </dgm:pt>
    <dgm:pt modelId="{1ECE7035-5510-457D-B66E-017B36CEA73E}">
      <dgm:prSet/>
      <dgm:spPr/>
      <dgm:t>
        <a:bodyPr/>
        <a:lstStyle/>
        <a:p>
          <a:r>
            <a:rPr lang="en-US"/>
            <a:t>Increment count</a:t>
          </a:r>
        </a:p>
      </dgm:t>
    </dgm:pt>
    <dgm:pt modelId="{479E9D58-5D4D-49D6-9DCD-EC3BAA583EBF}" type="parTrans" cxnId="{330FBA7B-C13D-476A-A5AD-9B72D1566C11}">
      <dgm:prSet/>
      <dgm:spPr/>
      <dgm:t>
        <a:bodyPr/>
        <a:lstStyle/>
        <a:p>
          <a:endParaRPr lang="en-US"/>
        </a:p>
      </dgm:t>
    </dgm:pt>
    <dgm:pt modelId="{48281237-0E74-46EF-9F3D-6CC712D0D73C}" type="sibTrans" cxnId="{330FBA7B-C13D-476A-A5AD-9B72D1566C11}">
      <dgm:prSet/>
      <dgm:spPr/>
      <dgm:t>
        <a:bodyPr/>
        <a:lstStyle/>
        <a:p>
          <a:endParaRPr lang="en-US"/>
        </a:p>
      </dgm:t>
    </dgm:pt>
    <dgm:pt modelId="{04097AB8-BC07-4550-B3F9-243B1E11505B}">
      <dgm:prSet/>
      <dgm:spPr/>
      <dgm:t>
        <a:bodyPr/>
        <a:lstStyle/>
        <a:p>
          <a:r>
            <a:rPr lang="en-US"/>
            <a:t>Output id, moodCat</a:t>
          </a:r>
          <a:endParaRPr lang="en-US" dirty="0"/>
        </a:p>
      </dgm:t>
    </dgm:pt>
    <dgm:pt modelId="{289F1DD3-7B0E-4DA0-9F51-F8F09C9BB775}" type="parTrans" cxnId="{AF27477F-18CC-44BD-BF89-FC93B9481DCD}">
      <dgm:prSet/>
      <dgm:spPr/>
      <dgm:t>
        <a:bodyPr/>
        <a:lstStyle/>
        <a:p>
          <a:endParaRPr lang="en-US"/>
        </a:p>
      </dgm:t>
    </dgm:pt>
    <dgm:pt modelId="{2BBB4511-BCA6-4274-99C7-37E70C044833}" type="sibTrans" cxnId="{AF27477F-18CC-44BD-BF89-FC93B9481DCD}">
      <dgm:prSet/>
      <dgm:spPr/>
      <dgm:t>
        <a:bodyPr/>
        <a:lstStyle/>
        <a:p>
          <a:endParaRPr lang="en-US"/>
        </a:p>
      </dgm:t>
    </dgm:pt>
    <dgm:pt modelId="{BA97F345-0365-4A33-AE1C-5D33118B36B5}">
      <dgm:prSet/>
      <dgm:spPr/>
      <dgm:t>
        <a:bodyPr/>
        <a:lstStyle/>
        <a:p>
          <a:r>
            <a:rPr lang="en-US"/>
            <a:t>Determine moodCat</a:t>
          </a:r>
        </a:p>
      </dgm:t>
    </dgm:pt>
    <dgm:pt modelId="{A5AB5157-F048-49C8-88EE-14146D2AA10C}" type="parTrans" cxnId="{F3AD22FC-CE40-4B8D-A63B-3E30D28FCBAD}">
      <dgm:prSet/>
      <dgm:spPr/>
      <dgm:t>
        <a:bodyPr/>
        <a:lstStyle/>
        <a:p>
          <a:endParaRPr lang="en-US"/>
        </a:p>
      </dgm:t>
    </dgm:pt>
    <dgm:pt modelId="{8F6A3771-29AA-4122-8808-F75925D95842}" type="sibTrans" cxnId="{F3AD22FC-CE40-4B8D-A63B-3E30D28FCBAD}">
      <dgm:prSet/>
      <dgm:spPr/>
      <dgm:t>
        <a:bodyPr/>
        <a:lstStyle/>
        <a:p>
          <a:endParaRPr lang="en-US"/>
        </a:p>
      </dgm:t>
    </dgm:pt>
    <dgm:pt modelId="{C65750A0-8AB3-4664-970D-2D0341A06526}" type="pres">
      <dgm:prSet presAssocID="{5620C96E-2DCB-4192-9563-A1F20E64C099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1881B64-31A9-46D2-9175-168535E16BAB}" type="pres">
      <dgm:prSet presAssocID="{5620C96E-2DCB-4192-9563-A1F20E64C099}" presName="hierFlow" presStyleCnt="0"/>
      <dgm:spPr/>
    </dgm:pt>
    <dgm:pt modelId="{C4C756C0-0701-4CCD-83AF-516E05C58733}" type="pres">
      <dgm:prSet presAssocID="{5620C96E-2DCB-4192-9563-A1F20E64C099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DA1AC9E4-E27D-477B-9E90-A4232333AEBB}" type="pres">
      <dgm:prSet presAssocID="{9ED13CE2-E513-4406-A041-2736E79E055B}" presName="Name14" presStyleCnt="0"/>
      <dgm:spPr/>
    </dgm:pt>
    <dgm:pt modelId="{8491603F-7865-4DA0-9946-9B7887B7ED6D}" type="pres">
      <dgm:prSet presAssocID="{9ED13CE2-E513-4406-A041-2736E79E055B}" presName="level1Shape" presStyleLbl="node0" presStyleIdx="0" presStyleCnt="1">
        <dgm:presLayoutVars>
          <dgm:chPref val="3"/>
        </dgm:presLayoutVars>
      </dgm:prSet>
      <dgm:spPr/>
    </dgm:pt>
    <dgm:pt modelId="{F359FE03-0DBA-43C1-9461-8572C1E6648A}" type="pres">
      <dgm:prSet presAssocID="{9ED13CE2-E513-4406-A041-2736E79E055B}" presName="hierChild2" presStyleCnt="0"/>
      <dgm:spPr/>
    </dgm:pt>
    <dgm:pt modelId="{5FD6E85E-772C-46FE-ABB0-B265ECD9AC22}" type="pres">
      <dgm:prSet presAssocID="{560E6BF2-7A8C-4D07-9F45-59A09D56280E}" presName="Name19" presStyleLbl="parChTrans1D2" presStyleIdx="0" presStyleCnt="4"/>
      <dgm:spPr/>
    </dgm:pt>
    <dgm:pt modelId="{57AC15DE-9F99-4027-91F6-D2B6613AB9B5}" type="pres">
      <dgm:prSet presAssocID="{5E33B5A9-9E03-41BC-A117-16CC1FCC70F2}" presName="Name21" presStyleCnt="0"/>
      <dgm:spPr/>
    </dgm:pt>
    <dgm:pt modelId="{696D2FD4-5AAE-4C66-8E48-0C533515379A}" type="pres">
      <dgm:prSet presAssocID="{5E33B5A9-9E03-41BC-A117-16CC1FCC70F2}" presName="level2Shape" presStyleLbl="node2" presStyleIdx="0" presStyleCnt="4"/>
      <dgm:spPr/>
    </dgm:pt>
    <dgm:pt modelId="{6E6E8CCF-F120-401E-A778-8722401368F0}" type="pres">
      <dgm:prSet presAssocID="{5E33B5A9-9E03-41BC-A117-16CC1FCC70F2}" presName="hierChild3" presStyleCnt="0"/>
      <dgm:spPr/>
    </dgm:pt>
    <dgm:pt modelId="{8FD61507-371B-4119-8134-74594C905F2A}" type="pres">
      <dgm:prSet presAssocID="{8863ECA1-6B48-467D-AC5D-D2E09FA72DFB}" presName="Name19" presStyleLbl="parChTrans1D2" presStyleIdx="1" presStyleCnt="4"/>
      <dgm:spPr/>
    </dgm:pt>
    <dgm:pt modelId="{6B7401E1-38A8-468F-96D5-8663316EA527}" type="pres">
      <dgm:prSet presAssocID="{D62AA7C4-6AC8-4E20-8D1B-5EFFFF081B3D}" presName="Name21" presStyleCnt="0"/>
      <dgm:spPr/>
    </dgm:pt>
    <dgm:pt modelId="{A40A855F-B170-4F43-AFFF-790B006AE707}" type="pres">
      <dgm:prSet presAssocID="{D62AA7C4-6AC8-4E20-8D1B-5EFFFF081B3D}" presName="level2Shape" presStyleLbl="node2" presStyleIdx="1" presStyleCnt="4"/>
      <dgm:spPr/>
    </dgm:pt>
    <dgm:pt modelId="{08E00C54-F06A-4D7E-A955-8495E5C98A0C}" type="pres">
      <dgm:prSet presAssocID="{D62AA7C4-6AC8-4E20-8D1B-5EFFFF081B3D}" presName="hierChild3" presStyleCnt="0"/>
      <dgm:spPr/>
    </dgm:pt>
    <dgm:pt modelId="{35EA4CA1-5793-4415-9081-683E3055AA4A}" type="pres">
      <dgm:prSet presAssocID="{34608137-36A8-4FEE-AB73-A09885DE4D02}" presName="Name19" presStyleLbl="parChTrans1D3" presStyleIdx="0" presStyleCnt="6"/>
      <dgm:spPr/>
    </dgm:pt>
    <dgm:pt modelId="{940A4398-200B-448D-994D-43AD69E443E2}" type="pres">
      <dgm:prSet presAssocID="{93B26283-256F-4EBF-AA72-AC162B5873D1}" presName="Name21" presStyleCnt="0"/>
      <dgm:spPr/>
    </dgm:pt>
    <dgm:pt modelId="{6E0EDF6B-E272-48A9-A7B8-ED44795D04FC}" type="pres">
      <dgm:prSet presAssocID="{93B26283-256F-4EBF-AA72-AC162B5873D1}" presName="level2Shape" presStyleLbl="node3" presStyleIdx="0" presStyleCnt="6"/>
      <dgm:spPr/>
    </dgm:pt>
    <dgm:pt modelId="{FE5B6462-90F5-416C-A978-91D9CCB7499E}" type="pres">
      <dgm:prSet presAssocID="{93B26283-256F-4EBF-AA72-AC162B5873D1}" presName="hierChild3" presStyleCnt="0"/>
      <dgm:spPr/>
    </dgm:pt>
    <dgm:pt modelId="{7B341055-F522-4A77-9FD4-482D34F15397}" type="pres">
      <dgm:prSet presAssocID="{BCD95FE8-BF12-479C-AA18-BC438763FEE6}" presName="Name19" presStyleLbl="parChTrans1D3" presStyleIdx="1" presStyleCnt="6"/>
      <dgm:spPr/>
    </dgm:pt>
    <dgm:pt modelId="{28062865-3364-48B6-AFCE-E11048617C8F}" type="pres">
      <dgm:prSet presAssocID="{6E48027A-9734-4A35-AA25-30E3E5D95F42}" presName="Name21" presStyleCnt="0"/>
      <dgm:spPr/>
    </dgm:pt>
    <dgm:pt modelId="{9F06D81F-229B-454A-85A2-6C6E3FEF196F}" type="pres">
      <dgm:prSet presAssocID="{6E48027A-9734-4A35-AA25-30E3E5D95F42}" presName="level2Shape" presStyleLbl="node3" presStyleIdx="1" presStyleCnt="6"/>
      <dgm:spPr/>
    </dgm:pt>
    <dgm:pt modelId="{DDBDA037-0B6B-4829-AA43-6D247C9876FF}" type="pres">
      <dgm:prSet presAssocID="{6E48027A-9734-4A35-AA25-30E3E5D95F42}" presName="hierChild3" presStyleCnt="0"/>
      <dgm:spPr/>
    </dgm:pt>
    <dgm:pt modelId="{328FD5A3-7CB6-461B-8A10-8CD4500943AC}" type="pres">
      <dgm:prSet presAssocID="{479E9D58-5D4D-49D6-9DCD-EC3BAA583EBF}" presName="Name19" presStyleLbl="parChTrans1D3" presStyleIdx="2" presStyleCnt="6"/>
      <dgm:spPr/>
    </dgm:pt>
    <dgm:pt modelId="{22958352-9BEA-403E-8456-B387C09354EC}" type="pres">
      <dgm:prSet presAssocID="{1ECE7035-5510-457D-B66E-017B36CEA73E}" presName="Name21" presStyleCnt="0"/>
      <dgm:spPr/>
    </dgm:pt>
    <dgm:pt modelId="{4950973D-99C3-42ED-A623-14C09856D76E}" type="pres">
      <dgm:prSet presAssocID="{1ECE7035-5510-457D-B66E-017B36CEA73E}" presName="level2Shape" presStyleLbl="node3" presStyleIdx="2" presStyleCnt="6"/>
      <dgm:spPr/>
    </dgm:pt>
    <dgm:pt modelId="{B62A50A5-591D-4DA4-84F0-6140B9ECF842}" type="pres">
      <dgm:prSet presAssocID="{1ECE7035-5510-457D-B66E-017B36CEA73E}" presName="hierChild3" presStyleCnt="0"/>
      <dgm:spPr/>
    </dgm:pt>
    <dgm:pt modelId="{266FA24F-4273-4693-9C9F-C5A23CDBD93F}" type="pres">
      <dgm:prSet presAssocID="{25B4D462-DE9C-4F51-B401-A53538804DB3}" presName="Name19" presStyleLbl="parChTrans1D3" presStyleIdx="3" presStyleCnt="6"/>
      <dgm:spPr/>
    </dgm:pt>
    <dgm:pt modelId="{DD7B6B99-B4F7-4425-B40A-A0A03411EE12}" type="pres">
      <dgm:prSet presAssocID="{59294BBA-9BD4-4D16-9285-0445F0BB6157}" presName="Name21" presStyleCnt="0"/>
      <dgm:spPr/>
    </dgm:pt>
    <dgm:pt modelId="{60CFAAFF-6872-4EB7-BCA4-064E9FD2813A}" type="pres">
      <dgm:prSet presAssocID="{59294BBA-9BD4-4D16-9285-0445F0BB6157}" presName="level2Shape" presStyleLbl="node3" presStyleIdx="3" presStyleCnt="6"/>
      <dgm:spPr/>
    </dgm:pt>
    <dgm:pt modelId="{AE19DFE1-19DF-46E6-BBEC-C22EF22A1494}" type="pres">
      <dgm:prSet presAssocID="{59294BBA-9BD4-4D16-9285-0445F0BB6157}" presName="hierChild3" presStyleCnt="0"/>
      <dgm:spPr/>
    </dgm:pt>
    <dgm:pt modelId="{F50E0392-CD8E-4223-B37E-3F92D8405EDB}" type="pres">
      <dgm:prSet presAssocID="{A5AB5157-F048-49C8-88EE-14146D2AA10C}" presName="Name19" presStyleLbl="parChTrans1D3" presStyleIdx="4" presStyleCnt="6"/>
      <dgm:spPr/>
    </dgm:pt>
    <dgm:pt modelId="{A66B1518-AC83-42D2-A67A-ECCC59D0A7CD}" type="pres">
      <dgm:prSet presAssocID="{BA97F345-0365-4A33-AE1C-5D33118B36B5}" presName="Name21" presStyleCnt="0"/>
      <dgm:spPr/>
    </dgm:pt>
    <dgm:pt modelId="{A2F634A9-6976-4794-A1A5-32F87A0270FF}" type="pres">
      <dgm:prSet presAssocID="{BA97F345-0365-4A33-AE1C-5D33118B36B5}" presName="level2Shape" presStyleLbl="node3" presStyleIdx="4" presStyleCnt="6"/>
      <dgm:spPr/>
    </dgm:pt>
    <dgm:pt modelId="{A730C7E0-0040-46DF-A92E-F2A62175D245}" type="pres">
      <dgm:prSet presAssocID="{BA97F345-0365-4A33-AE1C-5D33118B36B5}" presName="hierChild3" presStyleCnt="0"/>
      <dgm:spPr/>
    </dgm:pt>
    <dgm:pt modelId="{C3A6366B-4F3A-4674-9C7C-87E52558810F}" type="pres">
      <dgm:prSet presAssocID="{289F1DD3-7B0E-4DA0-9F51-F8F09C9BB775}" presName="Name19" presStyleLbl="parChTrans1D3" presStyleIdx="5" presStyleCnt="6"/>
      <dgm:spPr/>
    </dgm:pt>
    <dgm:pt modelId="{CA7207C9-AABB-4BCB-97AD-D0285D3761D8}" type="pres">
      <dgm:prSet presAssocID="{04097AB8-BC07-4550-B3F9-243B1E11505B}" presName="Name21" presStyleCnt="0"/>
      <dgm:spPr/>
    </dgm:pt>
    <dgm:pt modelId="{CD876056-8982-464B-907F-B6D7F25F8AB3}" type="pres">
      <dgm:prSet presAssocID="{04097AB8-BC07-4550-B3F9-243B1E11505B}" presName="level2Shape" presStyleLbl="node3" presStyleIdx="5" presStyleCnt="6"/>
      <dgm:spPr/>
    </dgm:pt>
    <dgm:pt modelId="{5DB236F1-D565-4A47-B4E4-C03E28C5232D}" type="pres">
      <dgm:prSet presAssocID="{04097AB8-BC07-4550-B3F9-243B1E11505B}" presName="hierChild3" presStyleCnt="0"/>
      <dgm:spPr/>
    </dgm:pt>
    <dgm:pt modelId="{69F47690-6096-4604-BD5B-C71EEB6A323C}" type="pres">
      <dgm:prSet presAssocID="{F93783E2-A2EA-4A3C-A2A8-ABF65F4B6DA8}" presName="Name19" presStyleLbl="parChTrans1D2" presStyleIdx="2" presStyleCnt="4"/>
      <dgm:spPr/>
    </dgm:pt>
    <dgm:pt modelId="{31C70B11-9AE3-41AA-A516-C10B0A56FE21}" type="pres">
      <dgm:prSet presAssocID="{C616644E-4E4E-472D-A411-1D76C406461E}" presName="Name21" presStyleCnt="0"/>
      <dgm:spPr/>
    </dgm:pt>
    <dgm:pt modelId="{B361CFDE-9EC5-4FF3-AF36-7859B9F0D361}" type="pres">
      <dgm:prSet presAssocID="{C616644E-4E4E-472D-A411-1D76C406461E}" presName="level2Shape" presStyleLbl="node2" presStyleIdx="2" presStyleCnt="4"/>
      <dgm:spPr/>
    </dgm:pt>
    <dgm:pt modelId="{050EB153-8C33-4C10-B027-575393B77F53}" type="pres">
      <dgm:prSet presAssocID="{C616644E-4E4E-472D-A411-1D76C406461E}" presName="hierChild3" presStyleCnt="0"/>
      <dgm:spPr/>
    </dgm:pt>
    <dgm:pt modelId="{BF27E909-FA80-41D6-969D-7B39AD52A427}" type="pres">
      <dgm:prSet presAssocID="{A96D1313-EC71-441F-BDD1-9B81F04D394F}" presName="Name19" presStyleLbl="parChTrans1D2" presStyleIdx="3" presStyleCnt="4"/>
      <dgm:spPr/>
    </dgm:pt>
    <dgm:pt modelId="{9F1B326E-3251-4D38-89A0-2DCA5827DDE2}" type="pres">
      <dgm:prSet presAssocID="{41C6E89D-D940-4E87-975E-9D0C2B04811D}" presName="Name21" presStyleCnt="0"/>
      <dgm:spPr/>
    </dgm:pt>
    <dgm:pt modelId="{7C6ECE61-A61E-46F8-9593-4B79A01519A2}" type="pres">
      <dgm:prSet presAssocID="{41C6E89D-D940-4E87-975E-9D0C2B04811D}" presName="level2Shape" presStyleLbl="node2" presStyleIdx="3" presStyleCnt="4"/>
      <dgm:spPr/>
    </dgm:pt>
    <dgm:pt modelId="{683F3C85-B395-45E1-BEA8-0F87C9A97763}" type="pres">
      <dgm:prSet presAssocID="{41C6E89D-D940-4E87-975E-9D0C2B04811D}" presName="hierChild3" presStyleCnt="0"/>
      <dgm:spPr/>
    </dgm:pt>
    <dgm:pt modelId="{377977CA-99B7-4B70-A182-465B3A3BE2CC}" type="pres">
      <dgm:prSet presAssocID="{5620C96E-2DCB-4192-9563-A1F20E64C099}" presName="bgShapesFlow" presStyleCnt="0"/>
      <dgm:spPr/>
    </dgm:pt>
  </dgm:ptLst>
  <dgm:cxnLst>
    <dgm:cxn modelId="{8F3B671B-4086-4FDA-9B9F-D5196882ECE4}" type="presOf" srcId="{1ECE7035-5510-457D-B66E-017B36CEA73E}" destId="{4950973D-99C3-42ED-A623-14C09856D76E}" srcOrd="0" destOrd="0" presId="urn:microsoft.com/office/officeart/2005/8/layout/hierarchy6"/>
    <dgm:cxn modelId="{D6EB1D21-3AAE-4816-9B08-F262E94F1F9D}" type="presOf" srcId="{5E33B5A9-9E03-41BC-A117-16CC1FCC70F2}" destId="{696D2FD4-5AAE-4C66-8E48-0C533515379A}" srcOrd="0" destOrd="0" presId="urn:microsoft.com/office/officeart/2005/8/layout/hierarchy6"/>
    <dgm:cxn modelId="{8C8E9229-2901-4CCD-A218-85E33FEE3622}" type="presOf" srcId="{34608137-36A8-4FEE-AB73-A09885DE4D02}" destId="{35EA4CA1-5793-4415-9081-683E3055AA4A}" srcOrd="0" destOrd="0" presId="urn:microsoft.com/office/officeart/2005/8/layout/hierarchy6"/>
    <dgm:cxn modelId="{4C133C2E-9AE7-4E0C-BBE1-464B74BDF928}" type="presOf" srcId="{C616644E-4E4E-472D-A411-1D76C406461E}" destId="{B361CFDE-9EC5-4FF3-AF36-7859B9F0D361}" srcOrd="0" destOrd="0" presId="urn:microsoft.com/office/officeart/2005/8/layout/hierarchy6"/>
    <dgm:cxn modelId="{001A4F30-7234-4F31-9824-31A4D426C0C1}" type="presOf" srcId="{BCD95FE8-BF12-479C-AA18-BC438763FEE6}" destId="{7B341055-F522-4A77-9FD4-482D34F15397}" srcOrd="0" destOrd="0" presId="urn:microsoft.com/office/officeart/2005/8/layout/hierarchy6"/>
    <dgm:cxn modelId="{D4628E39-5BEF-43B4-8C0C-745DB17C453D}" type="presOf" srcId="{93B26283-256F-4EBF-AA72-AC162B5873D1}" destId="{6E0EDF6B-E272-48A9-A7B8-ED44795D04FC}" srcOrd="0" destOrd="0" presId="urn:microsoft.com/office/officeart/2005/8/layout/hierarchy6"/>
    <dgm:cxn modelId="{4548B25B-6A94-49E4-9AB1-8E0564BCE4CD}" type="presOf" srcId="{41C6E89D-D940-4E87-975E-9D0C2B04811D}" destId="{7C6ECE61-A61E-46F8-9593-4B79A01519A2}" srcOrd="0" destOrd="0" presId="urn:microsoft.com/office/officeart/2005/8/layout/hierarchy6"/>
    <dgm:cxn modelId="{4362E85C-641A-43B8-9EE3-2C4CC64D24DF}" type="presOf" srcId="{A5AB5157-F048-49C8-88EE-14146D2AA10C}" destId="{F50E0392-CD8E-4223-B37E-3F92D8405EDB}" srcOrd="0" destOrd="0" presId="urn:microsoft.com/office/officeart/2005/8/layout/hierarchy6"/>
    <dgm:cxn modelId="{09958A43-53BC-4982-AB92-907C69A86331}" srcId="{D62AA7C4-6AC8-4E20-8D1B-5EFFFF081B3D}" destId="{59294BBA-9BD4-4D16-9285-0445F0BB6157}" srcOrd="3" destOrd="0" parTransId="{25B4D462-DE9C-4F51-B401-A53538804DB3}" sibTransId="{6AF3B3F4-914F-4823-8038-DF9CA03D20A1}"/>
    <dgm:cxn modelId="{87076665-6A5F-4724-97CE-A959E5AB6828}" srcId="{9ED13CE2-E513-4406-A041-2736E79E055B}" destId="{D62AA7C4-6AC8-4E20-8D1B-5EFFFF081B3D}" srcOrd="1" destOrd="0" parTransId="{8863ECA1-6B48-467D-AC5D-D2E09FA72DFB}" sibTransId="{C2091530-6FDB-48F7-BAC4-BA5BD4D1E0E7}"/>
    <dgm:cxn modelId="{9D6D9C68-70FB-458A-B331-FF5E93EAD67A}" type="presOf" srcId="{560E6BF2-7A8C-4D07-9F45-59A09D56280E}" destId="{5FD6E85E-772C-46FE-ABB0-B265ECD9AC22}" srcOrd="0" destOrd="0" presId="urn:microsoft.com/office/officeart/2005/8/layout/hierarchy6"/>
    <dgm:cxn modelId="{F374AD55-D853-4FF1-9480-805EE1529434}" type="presOf" srcId="{59294BBA-9BD4-4D16-9285-0445F0BB6157}" destId="{60CFAAFF-6872-4EB7-BCA4-064E9FD2813A}" srcOrd="0" destOrd="0" presId="urn:microsoft.com/office/officeart/2005/8/layout/hierarchy6"/>
    <dgm:cxn modelId="{965FD576-023D-4ECC-8E37-F41489C94518}" type="presOf" srcId="{5620C96E-2DCB-4192-9563-A1F20E64C099}" destId="{C65750A0-8AB3-4664-970D-2D0341A06526}" srcOrd="0" destOrd="0" presId="urn:microsoft.com/office/officeart/2005/8/layout/hierarchy6"/>
    <dgm:cxn modelId="{6014B979-CBB4-4D76-9234-B5A0D1F2C5CA}" type="presOf" srcId="{289F1DD3-7B0E-4DA0-9F51-F8F09C9BB775}" destId="{C3A6366B-4F3A-4674-9C7C-87E52558810F}" srcOrd="0" destOrd="0" presId="urn:microsoft.com/office/officeart/2005/8/layout/hierarchy6"/>
    <dgm:cxn modelId="{330FBA7B-C13D-476A-A5AD-9B72D1566C11}" srcId="{D62AA7C4-6AC8-4E20-8D1B-5EFFFF081B3D}" destId="{1ECE7035-5510-457D-B66E-017B36CEA73E}" srcOrd="2" destOrd="0" parTransId="{479E9D58-5D4D-49D6-9DCD-EC3BAA583EBF}" sibTransId="{48281237-0E74-46EF-9F3D-6CC712D0D73C}"/>
    <dgm:cxn modelId="{AF27477F-18CC-44BD-BF89-FC93B9481DCD}" srcId="{D62AA7C4-6AC8-4E20-8D1B-5EFFFF081B3D}" destId="{04097AB8-BC07-4550-B3F9-243B1E11505B}" srcOrd="5" destOrd="0" parTransId="{289F1DD3-7B0E-4DA0-9F51-F8F09C9BB775}" sibTransId="{2BBB4511-BCA6-4274-99C7-37E70C044833}"/>
    <dgm:cxn modelId="{DE91CC84-D366-48CC-BC64-6B31193269CD}" type="presOf" srcId="{04097AB8-BC07-4550-B3F9-243B1E11505B}" destId="{CD876056-8982-464B-907F-B6D7F25F8AB3}" srcOrd="0" destOrd="0" presId="urn:microsoft.com/office/officeart/2005/8/layout/hierarchy6"/>
    <dgm:cxn modelId="{EA1B2290-86C1-4185-AC19-A57F56DF25A0}" type="presOf" srcId="{9ED13CE2-E513-4406-A041-2736E79E055B}" destId="{8491603F-7865-4DA0-9946-9B7887B7ED6D}" srcOrd="0" destOrd="0" presId="urn:microsoft.com/office/officeart/2005/8/layout/hierarchy6"/>
    <dgm:cxn modelId="{6664F195-B6C9-41C2-B821-5BCB1E0725B9}" srcId="{9ED13CE2-E513-4406-A041-2736E79E055B}" destId="{41C6E89D-D940-4E87-975E-9D0C2B04811D}" srcOrd="3" destOrd="0" parTransId="{A96D1313-EC71-441F-BDD1-9B81F04D394F}" sibTransId="{F56E747E-9A68-4475-A906-13F3E97F2CCA}"/>
    <dgm:cxn modelId="{A5D95AA8-25AC-4112-92F0-3C7B0D58D55D}" srcId="{9ED13CE2-E513-4406-A041-2736E79E055B}" destId="{5E33B5A9-9E03-41BC-A117-16CC1FCC70F2}" srcOrd="0" destOrd="0" parTransId="{560E6BF2-7A8C-4D07-9F45-59A09D56280E}" sibTransId="{B3252C20-21E6-4A3D-9CF1-383448F89957}"/>
    <dgm:cxn modelId="{CB4536AA-3576-4C02-917A-D1532B210871}" type="presOf" srcId="{A96D1313-EC71-441F-BDD1-9B81F04D394F}" destId="{BF27E909-FA80-41D6-969D-7B39AD52A427}" srcOrd="0" destOrd="0" presId="urn:microsoft.com/office/officeart/2005/8/layout/hierarchy6"/>
    <dgm:cxn modelId="{EBC04BAE-F736-4F55-86ED-C2BE33BCCCC4}" srcId="{9ED13CE2-E513-4406-A041-2736E79E055B}" destId="{C616644E-4E4E-472D-A411-1D76C406461E}" srcOrd="2" destOrd="0" parTransId="{F93783E2-A2EA-4A3C-A2A8-ABF65F4B6DA8}" sibTransId="{565F874F-FF1C-4047-B892-9CA7AAE38D82}"/>
    <dgm:cxn modelId="{D19DBDB2-162C-411F-892C-AEC54325D838}" type="presOf" srcId="{8863ECA1-6B48-467D-AC5D-D2E09FA72DFB}" destId="{8FD61507-371B-4119-8134-74594C905F2A}" srcOrd="0" destOrd="0" presId="urn:microsoft.com/office/officeart/2005/8/layout/hierarchy6"/>
    <dgm:cxn modelId="{B4F2BAB7-B667-4B3B-8599-80362E18055F}" srcId="{D62AA7C4-6AC8-4E20-8D1B-5EFFFF081B3D}" destId="{93B26283-256F-4EBF-AA72-AC162B5873D1}" srcOrd="0" destOrd="0" parTransId="{34608137-36A8-4FEE-AB73-A09885DE4D02}" sibTransId="{3C0B5865-3126-4882-A46B-44E0AE13177E}"/>
    <dgm:cxn modelId="{6A040AC6-41A7-4237-930A-32535ABDFFCE}" type="presOf" srcId="{BA97F345-0365-4A33-AE1C-5D33118B36B5}" destId="{A2F634A9-6976-4794-A1A5-32F87A0270FF}" srcOrd="0" destOrd="0" presId="urn:microsoft.com/office/officeart/2005/8/layout/hierarchy6"/>
    <dgm:cxn modelId="{DB6812C8-20E5-4E14-AF25-F4CBC606DA79}" srcId="{D62AA7C4-6AC8-4E20-8D1B-5EFFFF081B3D}" destId="{6E48027A-9734-4A35-AA25-30E3E5D95F42}" srcOrd="1" destOrd="0" parTransId="{BCD95FE8-BF12-479C-AA18-BC438763FEE6}" sibTransId="{9958F687-5C17-408C-A91F-A9E0E7F5141E}"/>
    <dgm:cxn modelId="{893005D6-1565-43D8-ABB7-B319188BE187}" srcId="{5620C96E-2DCB-4192-9563-A1F20E64C099}" destId="{9ED13CE2-E513-4406-A041-2736E79E055B}" srcOrd="0" destOrd="0" parTransId="{56E2F784-6B69-402E-BB3B-FA5E78DDF7CF}" sibTransId="{22FC394E-94AF-4055-9C15-8A947F8D1FDE}"/>
    <dgm:cxn modelId="{464762DF-AC87-4E81-B0EF-E1AABBB82CC6}" type="presOf" srcId="{6E48027A-9734-4A35-AA25-30E3E5D95F42}" destId="{9F06D81F-229B-454A-85A2-6C6E3FEF196F}" srcOrd="0" destOrd="0" presId="urn:microsoft.com/office/officeart/2005/8/layout/hierarchy6"/>
    <dgm:cxn modelId="{27B796E0-08E3-4D7F-8510-C0794B2B94CB}" type="presOf" srcId="{D62AA7C4-6AC8-4E20-8D1B-5EFFFF081B3D}" destId="{A40A855F-B170-4F43-AFFF-790B006AE707}" srcOrd="0" destOrd="0" presId="urn:microsoft.com/office/officeart/2005/8/layout/hierarchy6"/>
    <dgm:cxn modelId="{4B25C9E7-069F-4F86-9CED-CECBA197BA7A}" type="presOf" srcId="{25B4D462-DE9C-4F51-B401-A53538804DB3}" destId="{266FA24F-4273-4693-9C9F-C5A23CDBD93F}" srcOrd="0" destOrd="0" presId="urn:microsoft.com/office/officeart/2005/8/layout/hierarchy6"/>
    <dgm:cxn modelId="{2D0FE7EE-4626-4201-AB18-6D8C469C4016}" type="presOf" srcId="{479E9D58-5D4D-49D6-9DCD-EC3BAA583EBF}" destId="{328FD5A3-7CB6-461B-8A10-8CD4500943AC}" srcOrd="0" destOrd="0" presId="urn:microsoft.com/office/officeart/2005/8/layout/hierarchy6"/>
    <dgm:cxn modelId="{8D1E95F9-96DF-4BB8-B56F-1A3C11BDB7F0}" type="presOf" srcId="{F93783E2-A2EA-4A3C-A2A8-ABF65F4B6DA8}" destId="{69F47690-6096-4604-BD5B-C71EEB6A323C}" srcOrd="0" destOrd="0" presId="urn:microsoft.com/office/officeart/2005/8/layout/hierarchy6"/>
    <dgm:cxn modelId="{F3AD22FC-CE40-4B8D-A63B-3E30D28FCBAD}" srcId="{D62AA7C4-6AC8-4E20-8D1B-5EFFFF081B3D}" destId="{BA97F345-0365-4A33-AE1C-5D33118B36B5}" srcOrd="4" destOrd="0" parTransId="{A5AB5157-F048-49C8-88EE-14146D2AA10C}" sibTransId="{8F6A3771-29AA-4122-8808-F75925D95842}"/>
    <dgm:cxn modelId="{A64EF95C-17B7-4C43-BFD0-95EAA7A2D715}" type="presParOf" srcId="{C65750A0-8AB3-4664-970D-2D0341A06526}" destId="{61881B64-31A9-46D2-9175-168535E16BAB}" srcOrd="0" destOrd="0" presId="urn:microsoft.com/office/officeart/2005/8/layout/hierarchy6"/>
    <dgm:cxn modelId="{0882A2C1-B090-4629-91EE-0ED5F259B771}" type="presParOf" srcId="{61881B64-31A9-46D2-9175-168535E16BAB}" destId="{C4C756C0-0701-4CCD-83AF-516E05C58733}" srcOrd="0" destOrd="0" presId="urn:microsoft.com/office/officeart/2005/8/layout/hierarchy6"/>
    <dgm:cxn modelId="{E3B3F44B-BE03-4F7E-9A6B-E5FF52588660}" type="presParOf" srcId="{C4C756C0-0701-4CCD-83AF-516E05C58733}" destId="{DA1AC9E4-E27D-477B-9E90-A4232333AEBB}" srcOrd="0" destOrd="0" presId="urn:microsoft.com/office/officeart/2005/8/layout/hierarchy6"/>
    <dgm:cxn modelId="{0363C446-7F89-4B1C-B5CA-21C4B26F0461}" type="presParOf" srcId="{DA1AC9E4-E27D-477B-9E90-A4232333AEBB}" destId="{8491603F-7865-4DA0-9946-9B7887B7ED6D}" srcOrd="0" destOrd="0" presId="urn:microsoft.com/office/officeart/2005/8/layout/hierarchy6"/>
    <dgm:cxn modelId="{D4EEC789-7D2F-4D17-8CB9-C93649EF36A5}" type="presParOf" srcId="{DA1AC9E4-E27D-477B-9E90-A4232333AEBB}" destId="{F359FE03-0DBA-43C1-9461-8572C1E6648A}" srcOrd="1" destOrd="0" presId="urn:microsoft.com/office/officeart/2005/8/layout/hierarchy6"/>
    <dgm:cxn modelId="{16D6D5D3-3784-41B5-9D3C-347E98C2C27D}" type="presParOf" srcId="{F359FE03-0DBA-43C1-9461-8572C1E6648A}" destId="{5FD6E85E-772C-46FE-ABB0-B265ECD9AC22}" srcOrd="0" destOrd="0" presId="urn:microsoft.com/office/officeart/2005/8/layout/hierarchy6"/>
    <dgm:cxn modelId="{F51908F4-B1FA-4127-A5C5-3F4459897520}" type="presParOf" srcId="{F359FE03-0DBA-43C1-9461-8572C1E6648A}" destId="{57AC15DE-9F99-4027-91F6-D2B6613AB9B5}" srcOrd="1" destOrd="0" presId="urn:microsoft.com/office/officeart/2005/8/layout/hierarchy6"/>
    <dgm:cxn modelId="{E70E06FE-111A-4902-A26B-1BBA771A162E}" type="presParOf" srcId="{57AC15DE-9F99-4027-91F6-D2B6613AB9B5}" destId="{696D2FD4-5AAE-4C66-8E48-0C533515379A}" srcOrd="0" destOrd="0" presId="urn:microsoft.com/office/officeart/2005/8/layout/hierarchy6"/>
    <dgm:cxn modelId="{52AB5071-05BC-4861-8959-D9C86D5F278A}" type="presParOf" srcId="{57AC15DE-9F99-4027-91F6-D2B6613AB9B5}" destId="{6E6E8CCF-F120-401E-A778-8722401368F0}" srcOrd="1" destOrd="0" presId="urn:microsoft.com/office/officeart/2005/8/layout/hierarchy6"/>
    <dgm:cxn modelId="{63FC1DD5-725A-449D-A433-F802E58CE865}" type="presParOf" srcId="{F359FE03-0DBA-43C1-9461-8572C1E6648A}" destId="{8FD61507-371B-4119-8134-74594C905F2A}" srcOrd="2" destOrd="0" presId="urn:microsoft.com/office/officeart/2005/8/layout/hierarchy6"/>
    <dgm:cxn modelId="{00EF9CA0-C358-4CBB-B4B4-9556240667CA}" type="presParOf" srcId="{F359FE03-0DBA-43C1-9461-8572C1E6648A}" destId="{6B7401E1-38A8-468F-96D5-8663316EA527}" srcOrd="3" destOrd="0" presId="urn:microsoft.com/office/officeart/2005/8/layout/hierarchy6"/>
    <dgm:cxn modelId="{45E691CA-3A98-45AF-B904-E53CBDBAEF03}" type="presParOf" srcId="{6B7401E1-38A8-468F-96D5-8663316EA527}" destId="{A40A855F-B170-4F43-AFFF-790B006AE707}" srcOrd="0" destOrd="0" presId="urn:microsoft.com/office/officeart/2005/8/layout/hierarchy6"/>
    <dgm:cxn modelId="{DC705CC2-2276-4C6A-BF9F-970D368A3A0A}" type="presParOf" srcId="{6B7401E1-38A8-468F-96D5-8663316EA527}" destId="{08E00C54-F06A-4D7E-A955-8495E5C98A0C}" srcOrd="1" destOrd="0" presId="urn:microsoft.com/office/officeart/2005/8/layout/hierarchy6"/>
    <dgm:cxn modelId="{C28D01FE-D2EB-43D8-AFEF-08214197E273}" type="presParOf" srcId="{08E00C54-F06A-4D7E-A955-8495E5C98A0C}" destId="{35EA4CA1-5793-4415-9081-683E3055AA4A}" srcOrd="0" destOrd="0" presId="urn:microsoft.com/office/officeart/2005/8/layout/hierarchy6"/>
    <dgm:cxn modelId="{533D2536-8080-470E-83FA-0F8E0906292C}" type="presParOf" srcId="{08E00C54-F06A-4D7E-A955-8495E5C98A0C}" destId="{940A4398-200B-448D-994D-43AD69E443E2}" srcOrd="1" destOrd="0" presId="urn:microsoft.com/office/officeart/2005/8/layout/hierarchy6"/>
    <dgm:cxn modelId="{2B623B4B-7A96-45E8-9C0B-401D1B0B4D1E}" type="presParOf" srcId="{940A4398-200B-448D-994D-43AD69E443E2}" destId="{6E0EDF6B-E272-48A9-A7B8-ED44795D04FC}" srcOrd="0" destOrd="0" presId="urn:microsoft.com/office/officeart/2005/8/layout/hierarchy6"/>
    <dgm:cxn modelId="{646C2054-7D8F-4516-9DD1-07C0191AB6DD}" type="presParOf" srcId="{940A4398-200B-448D-994D-43AD69E443E2}" destId="{FE5B6462-90F5-416C-A978-91D9CCB7499E}" srcOrd="1" destOrd="0" presId="urn:microsoft.com/office/officeart/2005/8/layout/hierarchy6"/>
    <dgm:cxn modelId="{7D7315FD-5A47-4C47-8034-269A43A945AC}" type="presParOf" srcId="{08E00C54-F06A-4D7E-A955-8495E5C98A0C}" destId="{7B341055-F522-4A77-9FD4-482D34F15397}" srcOrd="2" destOrd="0" presId="urn:microsoft.com/office/officeart/2005/8/layout/hierarchy6"/>
    <dgm:cxn modelId="{AE5F20CE-D737-4E7C-978A-D539FD8D1B62}" type="presParOf" srcId="{08E00C54-F06A-4D7E-A955-8495E5C98A0C}" destId="{28062865-3364-48B6-AFCE-E11048617C8F}" srcOrd="3" destOrd="0" presId="urn:microsoft.com/office/officeart/2005/8/layout/hierarchy6"/>
    <dgm:cxn modelId="{A85F4EF3-5FA0-4C06-B58B-7DDF53C5ED34}" type="presParOf" srcId="{28062865-3364-48B6-AFCE-E11048617C8F}" destId="{9F06D81F-229B-454A-85A2-6C6E3FEF196F}" srcOrd="0" destOrd="0" presId="urn:microsoft.com/office/officeart/2005/8/layout/hierarchy6"/>
    <dgm:cxn modelId="{1539B608-D21D-44F3-A57F-E101CF86F12D}" type="presParOf" srcId="{28062865-3364-48B6-AFCE-E11048617C8F}" destId="{DDBDA037-0B6B-4829-AA43-6D247C9876FF}" srcOrd="1" destOrd="0" presId="urn:microsoft.com/office/officeart/2005/8/layout/hierarchy6"/>
    <dgm:cxn modelId="{6E09BD6E-DA5B-4B0C-A0E5-F785FC365294}" type="presParOf" srcId="{08E00C54-F06A-4D7E-A955-8495E5C98A0C}" destId="{328FD5A3-7CB6-461B-8A10-8CD4500943AC}" srcOrd="4" destOrd="0" presId="urn:microsoft.com/office/officeart/2005/8/layout/hierarchy6"/>
    <dgm:cxn modelId="{24F51B48-E28B-4E2F-AA14-5A4EA30900B7}" type="presParOf" srcId="{08E00C54-F06A-4D7E-A955-8495E5C98A0C}" destId="{22958352-9BEA-403E-8456-B387C09354EC}" srcOrd="5" destOrd="0" presId="urn:microsoft.com/office/officeart/2005/8/layout/hierarchy6"/>
    <dgm:cxn modelId="{772AA85F-7226-4E64-BCBE-0C7A29DED23A}" type="presParOf" srcId="{22958352-9BEA-403E-8456-B387C09354EC}" destId="{4950973D-99C3-42ED-A623-14C09856D76E}" srcOrd="0" destOrd="0" presId="urn:microsoft.com/office/officeart/2005/8/layout/hierarchy6"/>
    <dgm:cxn modelId="{0204D88D-2555-4F39-8FAC-6EB62F27525F}" type="presParOf" srcId="{22958352-9BEA-403E-8456-B387C09354EC}" destId="{B62A50A5-591D-4DA4-84F0-6140B9ECF842}" srcOrd="1" destOrd="0" presId="urn:microsoft.com/office/officeart/2005/8/layout/hierarchy6"/>
    <dgm:cxn modelId="{D02321ED-06DD-4D0D-9F53-D27DF12105C0}" type="presParOf" srcId="{08E00C54-F06A-4D7E-A955-8495E5C98A0C}" destId="{266FA24F-4273-4693-9C9F-C5A23CDBD93F}" srcOrd="6" destOrd="0" presId="urn:microsoft.com/office/officeart/2005/8/layout/hierarchy6"/>
    <dgm:cxn modelId="{F811722E-B755-438E-9B2E-11A7B479AE3F}" type="presParOf" srcId="{08E00C54-F06A-4D7E-A955-8495E5C98A0C}" destId="{DD7B6B99-B4F7-4425-B40A-A0A03411EE12}" srcOrd="7" destOrd="0" presId="urn:microsoft.com/office/officeart/2005/8/layout/hierarchy6"/>
    <dgm:cxn modelId="{481D94ED-2690-469D-A626-E5FDF5570D8A}" type="presParOf" srcId="{DD7B6B99-B4F7-4425-B40A-A0A03411EE12}" destId="{60CFAAFF-6872-4EB7-BCA4-064E9FD2813A}" srcOrd="0" destOrd="0" presId="urn:microsoft.com/office/officeart/2005/8/layout/hierarchy6"/>
    <dgm:cxn modelId="{C9E03F83-7E83-47B9-8D82-4CB8F2B98F60}" type="presParOf" srcId="{DD7B6B99-B4F7-4425-B40A-A0A03411EE12}" destId="{AE19DFE1-19DF-46E6-BBEC-C22EF22A1494}" srcOrd="1" destOrd="0" presId="urn:microsoft.com/office/officeart/2005/8/layout/hierarchy6"/>
    <dgm:cxn modelId="{A03F1DD9-87BD-4CBA-824A-C523D3D6776B}" type="presParOf" srcId="{08E00C54-F06A-4D7E-A955-8495E5C98A0C}" destId="{F50E0392-CD8E-4223-B37E-3F92D8405EDB}" srcOrd="8" destOrd="0" presId="urn:microsoft.com/office/officeart/2005/8/layout/hierarchy6"/>
    <dgm:cxn modelId="{849BC441-3282-428D-821F-70863EDFDC0A}" type="presParOf" srcId="{08E00C54-F06A-4D7E-A955-8495E5C98A0C}" destId="{A66B1518-AC83-42D2-A67A-ECCC59D0A7CD}" srcOrd="9" destOrd="0" presId="urn:microsoft.com/office/officeart/2005/8/layout/hierarchy6"/>
    <dgm:cxn modelId="{245EB59E-E1B9-4325-90C1-DCDC772CFE6C}" type="presParOf" srcId="{A66B1518-AC83-42D2-A67A-ECCC59D0A7CD}" destId="{A2F634A9-6976-4794-A1A5-32F87A0270FF}" srcOrd="0" destOrd="0" presId="urn:microsoft.com/office/officeart/2005/8/layout/hierarchy6"/>
    <dgm:cxn modelId="{670DEFC3-0ECB-4EB6-9406-60431A81BCD0}" type="presParOf" srcId="{A66B1518-AC83-42D2-A67A-ECCC59D0A7CD}" destId="{A730C7E0-0040-46DF-A92E-F2A62175D245}" srcOrd="1" destOrd="0" presId="urn:microsoft.com/office/officeart/2005/8/layout/hierarchy6"/>
    <dgm:cxn modelId="{194C32AC-EEBC-40ED-A57A-1BFA376779FE}" type="presParOf" srcId="{08E00C54-F06A-4D7E-A955-8495E5C98A0C}" destId="{C3A6366B-4F3A-4674-9C7C-87E52558810F}" srcOrd="10" destOrd="0" presId="urn:microsoft.com/office/officeart/2005/8/layout/hierarchy6"/>
    <dgm:cxn modelId="{32801147-0BB8-4B82-B1E2-4839ACFFC5B3}" type="presParOf" srcId="{08E00C54-F06A-4D7E-A955-8495E5C98A0C}" destId="{CA7207C9-AABB-4BCB-97AD-D0285D3761D8}" srcOrd="11" destOrd="0" presId="urn:microsoft.com/office/officeart/2005/8/layout/hierarchy6"/>
    <dgm:cxn modelId="{289452DC-C05F-4511-94A6-70168143EA29}" type="presParOf" srcId="{CA7207C9-AABB-4BCB-97AD-D0285D3761D8}" destId="{CD876056-8982-464B-907F-B6D7F25F8AB3}" srcOrd="0" destOrd="0" presId="urn:microsoft.com/office/officeart/2005/8/layout/hierarchy6"/>
    <dgm:cxn modelId="{D11F2856-6620-46D7-A69B-7F130119B1B8}" type="presParOf" srcId="{CA7207C9-AABB-4BCB-97AD-D0285D3761D8}" destId="{5DB236F1-D565-4A47-B4E4-C03E28C5232D}" srcOrd="1" destOrd="0" presId="urn:microsoft.com/office/officeart/2005/8/layout/hierarchy6"/>
    <dgm:cxn modelId="{73ED2BC7-32B3-4D71-ACE8-FE612CB4897B}" type="presParOf" srcId="{F359FE03-0DBA-43C1-9461-8572C1E6648A}" destId="{69F47690-6096-4604-BD5B-C71EEB6A323C}" srcOrd="4" destOrd="0" presId="urn:microsoft.com/office/officeart/2005/8/layout/hierarchy6"/>
    <dgm:cxn modelId="{BB827D92-01C1-4166-A2AC-B994D712907C}" type="presParOf" srcId="{F359FE03-0DBA-43C1-9461-8572C1E6648A}" destId="{31C70B11-9AE3-41AA-A516-C10B0A56FE21}" srcOrd="5" destOrd="0" presId="urn:microsoft.com/office/officeart/2005/8/layout/hierarchy6"/>
    <dgm:cxn modelId="{06352636-53B4-45BC-B41C-48B75955A2F0}" type="presParOf" srcId="{31C70B11-9AE3-41AA-A516-C10B0A56FE21}" destId="{B361CFDE-9EC5-4FF3-AF36-7859B9F0D361}" srcOrd="0" destOrd="0" presId="urn:microsoft.com/office/officeart/2005/8/layout/hierarchy6"/>
    <dgm:cxn modelId="{BCD077CA-4F84-4188-B244-2D6380723258}" type="presParOf" srcId="{31C70B11-9AE3-41AA-A516-C10B0A56FE21}" destId="{050EB153-8C33-4C10-B027-575393B77F53}" srcOrd="1" destOrd="0" presId="urn:microsoft.com/office/officeart/2005/8/layout/hierarchy6"/>
    <dgm:cxn modelId="{C3F456C0-3D3C-4A43-9CDE-7D90B08A6555}" type="presParOf" srcId="{F359FE03-0DBA-43C1-9461-8572C1E6648A}" destId="{BF27E909-FA80-41D6-969D-7B39AD52A427}" srcOrd="6" destOrd="0" presId="urn:microsoft.com/office/officeart/2005/8/layout/hierarchy6"/>
    <dgm:cxn modelId="{1E11187F-1D3D-49CB-9E39-CC9D156E6FBB}" type="presParOf" srcId="{F359FE03-0DBA-43C1-9461-8572C1E6648A}" destId="{9F1B326E-3251-4D38-89A0-2DCA5827DDE2}" srcOrd="7" destOrd="0" presId="urn:microsoft.com/office/officeart/2005/8/layout/hierarchy6"/>
    <dgm:cxn modelId="{38195CA1-993A-4A8B-9F86-D08425A09CA1}" type="presParOf" srcId="{9F1B326E-3251-4D38-89A0-2DCA5827DDE2}" destId="{7C6ECE61-A61E-46F8-9593-4B79A01519A2}" srcOrd="0" destOrd="0" presId="urn:microsoft.com/office/officeart/2005/8/layout/hierarchy6"/>
    <dgm:cxn modelId="{1BE657E6-8C1A-4072-8FF1-3A684E7577B6}" type="presParOf" srcId="{9F1B326E-3251-4D38-89A0-2DCA5827DDE2}" destId="{683F3C85-B395-45E1-BEA8-0F87C9A97763}" srcOrd="1" destOrd="0" presId="urn:microsoft.com/office/officeart/2005/8/layout/hierarchy6"/>
    <dgm:cxn modelId="{F4D02D91-E5E9-4A92-83FB-D565311070C2}" type="presParOf" srcId="{C65750A0-8AB3-4664-970D-2D0341A06526}" destId="{377977CA-99B7-4B70-A182-465B3A3BE2C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20C96E-2DCB-4192-9563-A1F20E64C099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ED13CE2-E513-4406-A041-2736E79E055B}">
      <dgm:prSet phldrT="[Text]"/>
      <dgm:spPr/>
      <dgm:t>
        <a:bodyPr/>
        <a:lstStyle/>
        <a:p>
          <a:r>
            <a:rPr lang="en-US"/>
            <a:t>Mood Report</a:t>
          </a:r>
          <a:endParaRPr lang="en-US" dirty="0"/>
        </a:p>
      </dgm:t>
    </dgm:pt>
    <dgm:pt modelId="{56E2F784-6B69-402E-BB3B-FA5E78DDF7CF}" type="parTrans" cxnId="{893005D6-1565-43D8-ABB7-B319188BE187}">
      <dgm:prSet/>
      <dgm:spPr/>
      <dgm:t>
        <a:bodyPr/>
        <a:lstStyle/>
        <a:p>
          <a:endParaRPr lang="en-US"/>
        </a:p>
      </dgm:t>
    </dgm:pt>
    <dgm:pt modelId="{22FC394E-94AF-4055-9C15-8A947F8D1FDE}" type="sibTrans" cxnId="{893005D6-1565-43D8-ABB7-B319188BE187}">
      <dgm:prSet/>
      <dgm:spPr/>
      <dgm:t>
        <a:bodyPr/>
        <a:lstStyle/>
        <a:p>
          <a:endParaRPr lang="en-US"/>
        </a:p>
      </dgm:t>
    </dgm:pt>
    <dgm:pt modelId="{D62AA7C4-6AC8-4E20-8D1B-5EFFFF081B3D}">
      <dgm:prSet phldrT="[Text]"/>
      <dgm:spPr/>
      <dgm:t>
        <a:bodyPr/>
        <a:lstStyle/>
        <a:p>
          <a:r>
            <a:rPr lang="en-US" dirty="0"/>
            <a:t>Process moods</a:t>
          </a:r>
        </a:p>
      </dgm:t>
    </dgm:pt>
    <dgm:pt modelId="{8863ECA1-6B48-467D-AC5D-D2E09FA72DFB}" type="parTrans" cxnId="{87076665-6A5F-4724-97CE-A959E5AB6828}">
      <dgm:prSet/>
      <dgm:spPr/>
      <dgm:t>
        <a:bodyPr/>
        <a:lstStyle/>
        <a:p>
          <a:endParaRPr lang="en-US"/>
        </a:p>
      </dgm:t>
    </dgm:pt>
    <dgm:pt modelId="{C2091530-6FDB-48F7-BAC4-BA5BD4D1E0E7}" type="sibTrans" cxnId="{87076665-6A5F-4724-97CE-A959E5AB6828}">
      <dgm:prSet/>
      <dgm:spPr/>
      <dgm:t>
        <a:bodyPr/>
        <a:lstStyle/>
        <a:p>
          <a:endParaRPr lang="en-US"/>
        </a:p>
      </dgm:t>
    </dgm:pt>
    <dgm:pt modelId="{93B26283-256F-4EBF-AA72-AC162B5873D1}">
      <dgm:prSet phldrT="[Text]"/>
      <dgm:spPr/>
      <dgm:t>
        <a:bodyPr/>
        <a:lstStyle/>
        <a:p>
          <a:r>
            <a:rPr lang="en-US"/>
            <a:t>Input id, mood</a:t>
          </a:r>
          <a:endParaRPr lang="en-US" dirty="0"/>
        </a:p>
      </dgm:t>
    </dgm:pt>
    <dgm:pt modelId="{34608137-36A8-4FEE-AB73-A09885DE4D02}" type="parTrans" cxnId="{B4F2BAB7-B667-4B3B-8599-80362E18055F}">
      <dgm:prSet/>
      <dgm:spPr/>
      <dgm:t>
        <a:bodyPr/>
        <a:lstStyle/>
        <a:p>
          <a:endParaRPr lang="en-US"/>
        </a:p>
      </dgm:t>
    </dgm:pt>
    <dgm:pt modelId="{3C0B5865-3126-4882-A46B-44E0AE13177E}" type="sibTrans" cxnId="{B4F2BAB7-B667-4B3B-8599-80362E18055F}">
      <dgm:prSet/>
      <dgm:spPr/>
      <dgm:t>
        <a:bodyPr/>
        <a:lstStyle/>
        <a:p>
          <a:endParaRPr lang="en-US"/>
        </a:p>
      </dgm:t>
    </dgm:pt>
    <dgm:pt modelId="{59294BBA-9BD4-4D16-9285-0445F0BB6157}">
      <dgm:prSet phldrT="[Text]"/>
      <dgm:spPr/>
      <dgm:t>
        <a:bodyPr/>
        <a:lstStyle/>
        <a:p>
          <a:r>
            <a:rPr lang="en-US"/>
            <a:t>Update high and highID, low, lowID</a:t>
          </a:r>
          <a:endParaRPr lang="en-US" dirty="0"/>
        </a:p>
      </dgm:t>
    </dgm:pt>
    <dgm:pt modelId="{25B4D462-DE9C-4F51-B401-A53538804DB3}" type="parTrans" cxnId="{09958A43-53BC-4982-AB92-907C69A86331}">
      <dgm:prSet/>
      <dgm:spPr/>
      <dgm:t>
        <a:bodyPr/>
        <a:lstStyle/>
        <a:p>
          <a:endParaRPr lang="en-US"/>
        </a:p>
      </dgm:t>
    </dgm:pt>
    <dgm:pt modelId="{6AF3B3F4-914F-4823-8038-DF9CA03D20A1}" type="sibTrans" cxnId="{09958A43-53BC-4982-AB92-907C69A86331}">
      <dgm:prSet/>
      <dgm:spPr/>
      <dgm:t>
        <a:bodyPr/>
        <a:lstStyle/>
        <a:p>
          <a:endParaRPr lang="en-US"/>
        </a:p>
      </dgm:t>
    </dgm:pt>
    <dgm:pt modelId="{41C6E89D-D940-4E87-975E-9D0C2B04811D}">
      <dgm:prSet phldrT="[Text]"/>
      <dgm:spPr/>
      <dgm:t>
        <a:bodyPr/>
        <a:lstStyle/>
        <a:p>
          <a:r>
            <a:rPr lang="en-US"/>
            <a:t>Output avg,  high, highID, low, lowID</a:t>
          </a:r>
          <a:endParaRPr lang="en-US" dirty="0"/>
        </a:p>
      </dgm:t>
    </dgm:pt>
    <dgm:pt modelId="{A96D1313-EC71-441F-BDD1-9B81F04D394F}" type="parTrans" cxnId="{6664F195-B6C9-41C2-B821-5BCB1E0725B9}">
      <dgm:prSet/>
      <dgm:spPr/>
      <dgm:t>
        <a:bodyPr/>
        <a:lstStyle/>
        <a:p>
          <a:endParaRPr lang="en-US"/>
        </a:p>
      </dgm:t>
    </dgm:pt>
    <dgm:pt modelId="{F56E747E-9A68-4475-A906-13F3E97F2CCA}" type="sibTrans" cxnId="{6664F195-B6C9-41C2-B821-5BCB1E0725B9}">
      <dgm:prSet/>
      <dgm:spPr/>
      <dgm:t>
        <a:bodyPr/>
        <a:lstStyle/>
        <a:p>
          <a:endParaRPr lang="en-US"/>
        </a:p>
      </dgm:t>
    </dgm:pt>
    <dgm:pt modelId="{5E33B5A9-9E03-41BC-A117-16CC1FCC70F2}">
      <dgm:prSet/>
      <dgm:spPr/>
      <dgm:t>
        <a:bodyPr/>
        <a:lstStyle/>
        <a:p>
          <a:r>
            <a:rPr lang="en-US"/>
            <a:t>Initialize sum, count, high, low</a:t>
          </a:r>
          <a:endParaRPr lang="en-US" dirty="0"/>
        </a:p>
      </dgm:t>
    </dgm:pt>
    <dgm:pt modelId="{560E6BF2-7A8C-4D07-9F45-59A09D56280E}" type="parTrans" cxnId="{A5D95AA8-25AC-4112-92F0-3C7B0D58D55D}">
      <dgm:prSet/>
      <dgm:spPr/>
      <dgm:t>
        <a:bodyPr/>
        <a:lstStyle/>
        <a:p>
          <a:endParaRPr lang="en-US"/>
        </a:p>
      </dgm:t>
    </dgm:pt>
    <dgm:pt modelId="{B3252C20-21E6-4A3D-9CF1-383448F89957}" type="sibTrans" cxnId="{A5D95AA8-25AC-4112-92F0-3C7B0D58D55D}">
      <dgm:prSet/>
      <dgm:spPr/>
      <dgm:t>
        <a:bodyPr/>
        <a:lstStyle/>
        <a:p>
          <a:endParaRPr lang="en-US"/>
        </a:p>
      </dgm:t>
    </dgm:pt>
    <dgm:pt modelId="{6E48027A-9734-4A35-AA25-30E3E5D95F42}">
      <dgm:prSet/>
      <dgm:spPr/>
      <dgm:t>
        <a:bodyPr/>
        <a:lstStyle/>
        <a:p>
          <a:r>
            <a:rPr lang="en-US"/>
            <a:t>Accumulate mood into  </a:t>
          </a:r>
          <a:r>
            <a:rPr lang="en-US" dirty="0"/>
            <a:t>sum</a:t>
          </a:r>
        </a:p>
      </dgm:t>
    </dgm:pt>
    <dgm:pt modelId="{BCD95FE8-BF12-479C-AA18-BC438763FEE6}" type="parTrans" cxnId="{DB6812C8-20E5-4E14-AF25-F4CBC606DA79}">
      <dgm:prSet/>
      <dgm:spPr/>
      <dgm:t>
        <a:bodyPr/>
        <a:lstStyle/>
        <a:p>
          <a:endParaRPr lang="en-US"/>
        </a:p>
      </dgm:t>
    </dgm:pt>
    <dgm:pt modelId="{9958F687-5C17-408C-A91F-A9E0E7F5141E}" type="sibTrans" cxnId="{DB6812C8-20E5-4E14-AF25-F4CBC606DA79}">
      <dgm:prSet/>
      <dgm:spPr/>
      <dgm:t>
        <a:bodyPr/>
        <a:lstStyle/>
        <a:p>
          <a:endParaRPr lang="en-US"/>
        </a:p>
      </dgm:t>
    </dgm:pt>
    <dgm:pt modelId="{C616644E-4E4E-472D-A411-1D76C406461E}">
      <dgm:prSet/>
      <dgm:spPr/>
      <dgm:t>
        <a:bodyPr/>
        <a:lstStyle/>
        <a:p>
          <a:r>
            <a:rPr lang="en-US" dirty="0" err="1"/>
            <a:t>Calc</a:t>
          </a:r>
          <a:r>
            <a:rPr lang="en-US" dirty="0"/>
            <a:t> </a:t>
          </a:r>
          <a:r>
            <a:rPr lang="en-US" dirty="0" err="1"/>
            <a:t>Avg</a:t>
          </a:r>
          <a:endParaRPr lang="en-US" dirty="0"/>
        </a:p>
      </dgm:t>
    </dgm:pt>
    <dgm:pt modelId="{F93783E2-A2EA-4A3C-A2A8-ABF65F4B6DA8}" type="parTrans" cxnId="{EBC04BAE-F736-4F55-86ED-C2BE33BCCCC4}">
      <dgm:prSet/>
      <dgm:spPr/>
      <dgm:t>
        <a:bodyPr/>
        <a:lstStyle/>
        <a:p>
          <a:endParaRPr lang="en-US"/>
        </a:p>
      </dgm:t>
    </dgm:pt>
    <dgm:pt modelId="{565F874F-FF1C-4047-B892-9CA7AAE38D82}" type="sibTrans" cxnId="{EBC04BAE-F736-4F55-86ED-C2BE33BCCCC4}">
      <dgm:prSet/>
      <dgm:spPr/>
      <dgm:t>
        <a:bodyPr/>
        <a:lstStyle/>
        <a:p>
          <a:endParaRPr lang="en-US"/>
        </a:p>
      </dgm:t>
    </dgm:pt>
    <dgm:pt modelId="{1ECE7035-5510-457D-B66E-017B36CEA73E}">
      <dgm:prSet/>
      <dgm:spPr/>
      <dgm:t>
        <a:bodyPr/>
        <a:lstStyle/>
        <a:p>
          <a:r>
            <a:rPr lang="en-US"/>
            <a:t>Increment count</a:t>
          </a:r>
        </a:p>
      </dgm:t>
    </dgm:pt>
    <dgm:pt modelId="{479E9D58-5D4D-49D6-9DCD-EC3BAA583EBF}" type="parTrans" cxnId="{330FBA7B-C13D-476A-A5AD-9B72D1566C11}">
      <dgm:prSet/>
      <dgm:spPr/>
      <dgm:t>
        <a:bodyPr/>
        <a:lstStyle/>
        <a:p>
          <a:endParaRPr lang="en-US"/>
        </a:p>
      </dgm:t>
    </dgm:pt>
    <dgm:pt modelId="{48281237-0E74-46EF-9F3D-6CC712D0D73C}" type="sibTrans" cxnId="{330FBA7B-C13D-476A-A5AD-9B72D1566C11}">
      <dgm:prSet/>
      <dgm:spPr/>
      <dgm:t>
        <a:bodyPr/>
        <a:lstStyle/>
        <a:p>
          <a:endParaRPr lang="en-US"/>
        </a:p>
      </dgm:t>
    </dgm:pt>
    <dgm:pt modelId="{04097AB8-BC07-4550-B3F9-243B1E11505B}">
      <dgm:prSet/>
      <dgm:spPr/>
      <dgm:t>
        <a:bodyPr/>
        <a:lstStyle/>
        <a:p>
          <a:r>
            <a:rPr lang="en-US"/>
            <a:t>Output id, moodCat</a:t>
          </a:r>
          <a:endParaRPr lang="en-US" dirty="0"/>
        </a:p>
      </dgm:t>
    </dgm:pt>
    <dgm:pt modelId="{289F1DD3-7B0E-4DA0-9F51-F8F09C9BB775}" type="parTrans" cxnId="{AF27477F-18CC-44BD-BF89-FC93B9481DCD}">
      <dgm:prSet/>
      <dgm:spPr/>
      <dgm:t>
        <a:bodyPr/>
        <a:lstStyle/>
        <a:p>
          <a:endParaRPr lang="en-US"/>
        </a:p>
      </dgm:t>
    </dgm:pt>
    <dgm:pt modelId="{2BBB4511-BCA6-4274-99C7-37E70C044833}" type="sibTrans" cxnId="{AF27477F-18CC-44BD-BF89-FC93B9481DCD}">
      <dgm:prSet/>
      <dgm:spPr/>
      <dgm:t>
        <a:bodyPr/>
        <a:lstStyle/>
        <a:p>
          <a:endParaRPr lang="en-US"/>
        </a:p>
      </dgm:t>
    </dgm:pt>
    <dgm:pt modelId="{BA97F345-0365-4A33-AE1C-5D33118B36B5}">
      <dgm:prSet/>
      <dgm:spPr/>
      <dgm:t>
        <a:bodyPr/>
        <a:lstStyle/>
        <a:p>
          <a:r>
            <a:rPr lang="en-US"/>
            <a:t>Determine moodCat</a:t>
          </a:r>
        </a:p>
      </dgm:t>
    </dgm:pt>
    <dgm:pt modelId="{A5AB5157-F048-49C8-88EE-14146D2AA10C}" type="parTrans" cxnId="{F3AD22FC-CE40-4B8D-A63B-3E30D28FCBAD}">
      <dgm:prSet/>
      <dgm:spPr/>
      <dgm:t>
        <a:bodyPr/>
        <a:lstStyle/>
        <a:p>
          <a:endParaRPr lang="en-US"/>
        </a:p>
      </dgm:t>
    </dgm:pt>
    <dgm:pt modelId="{8F6A3771-29AA-4122-8808-F75925D95842}" type="sibTrans" cxnId="{F3AD22FC-CE40-4B8D-A63B-3E30D28FCBAD}">
      <dgm:prSet/>
      <dgm:spPr/>
      <dgm:t>
        <a:bodyPr/>
        <a:lstStyle/>
        <a:p>
          <a:endParaRPr lang="en-US"/>
        </a:p>
      </dgm:t>
    </dgm:pt>
    <dgm:pt modelId="{F773B68F-0BFD-4D6A-9DA9-6B0AC4CD17F3}">
      <dgm:prSet/>
      <dgm:spPr/>
      <dgm:t>
        <a:bodyPr/>
        <a:lstStyle/>
        <a:p>
          <a:r>
            <a:rPr lang="en-US"/>
            <a:t>Input more</a:t>
          </a:r>
        </a:p>
      </dgm:t>
    </dgm:pt>
    <dgm:pt modelId="{26216B15-BAEC-4FCF-9402-62C856869BAD}" type="parTrans" cxnId="{457541BC-5038-43FD-94C4-9DA27AA78CC2}">
      <dgm:prSet/>
      <dgm:spPr/>
      <dgm:t>
        <a:bodyPr/>
        <a:lstStyle/>
        <a:p>
          <a:endParaRPr lang="en-US"/>
        </a:p>
      </dgm:t>
    </dgm:pt>
    <dgm:pt modelId="{30B97C6F-CC75-4271-A4F2-A1EDB35FF2DD}" type="sibTrans" cxnId="{457541BC-5038-43FD-94C4-9DA27AA78CC2}">
      <dgm:prSet/>
      <dgm:spPr/>
      <dgm:t>
        <a:bodyPr/>
        <a:lstStyle/>
        <a:p>
          <a:endParaRPr lang="en-US"/>
        </a:p>
      </dgm:t>
    </dgm:pt>
    <dgm:pt modelId="{9687E228-1155-4462-96D8-DE0757FA951C}">
      <dgm:prSet/>
      <dgm:spPr/>
      <dgm:t>
        <a:bodyPr/>
        <a:lstStyle/>
        <a:p>
          <a:r>
            <a:rPr lang="en-US"/>
            <a:t>Input more</a:t>
          </a:r>
        </a:p>
      </dgm:t>
    </dgm:pt>
    <dgm:pt modelId="{AEC2C1D1-97D0-48CF-8E72-1531569C790C}" type="parTrans" cxnId="{9A87256D-FFC3-40F0-A5A4-E1B1AF66FDEA}">
      <dgm:prSet/>
      <dgm:spPr/>
      <dgm:t>
        <a:bodyPr/>
        <a:lstStyle/>
        <a:p>
          <a:endParaRPr lang="en-US"/>
        </a:p>
      </dgm:t>
    </dgm:pt>
    <dgm:pt modelId="{2BC1E101-2B80-426B-A5CF-7177F6EB836F}" type="sibTrans" cxnId="{9A87256D-FFC3-40F0-A5A4-E1B1AF66FDEA}">
      <dgm:prSet/>
      <dgm:spPr/>
      <dgm:t>
        <a:bodyPr/>
        <a:lstStyle/>
        <a:p>
          <a:endParaRPr lang="en-US"/>
        </a:p>
      </dgm:t>
    </dgm:pt>
    <dgm:pt modelId="{C65750A0-8AB3-4664-970D-2D0341A06526}" type="pres">
      <dgm:prSet presAssocID="{5620C96E-2DCB-4192-9563-A1F20E64C099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1881B64-31A9-46D2-9175-168535E16BAB}" type="pres">
      <dgm:prSet presAssocID="{5620C96E-2DCB-4192-9563-A1F20E64C099}" presName="hierFlow" presStyleCnt="0"/>
      <dgm:spPr/>
    </dgm:pt>
    <dgm:pt modelId="{C4C756C0-0701-4CCD-83AF-516E05C58733}" type="pres">
      <dgm:prSet presAssocID="{5620C96E-2DCB-4192-9563-A1F20E64C099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DA1AC9E4-E27D-477B-9E90-A4232333AEBB}" type="pres">
      <dgm:prSet presAssocID="{9ED13CE2-E513-4406-A041-2736E79E055B}" presName="Name14" presStyleCnt="0"/>
      <dgm:spPr/>
    </dgm:pt>
    <dgm:pt modelId="{8491603F-7865-4DA0-9946-9B7887B7ED6D}" type="pres">
      <dgm:prSet presAssocID="{9ED13CE2-E513-4406-A041-2736E79E055B}" presName="level1Shape" presStyleLbl="node0" presStyleIdx="0" presStyleCnt="1">
        <dgm:presLayoutVars>
          <dgm:chPref val="3"/>
        </dgm:presLayoutVars>
      </dgm:prSet>
      <dgm:spPr/>
    </dgm:pt>
    <dgm:pt modelId="{F359FE03-0DBA-43C1-9461-8572C1E6648A}" type="pres">
      <dgm:prSet presAssocID="{9ED13CE2-E513-4406-A041-2736E79E055B}" presName="hierChild2" presStyleCnt="0"/>
      <dgm:spPr/>
    </dgm:pt>
    <dgm:pt modelId="{5FD6E85E-772C-46FE-ABB0-B265ECD9AC22}" type="pres">
      <dgm:prSet presAssocID="{560E6BF2-7A8C-4D07-9F45-59A09D56280E}" presName="Name19" presStyleLbl="parChTrans1D2" presStyleIdx="0" presStyleCnt="5"/>
      <dgm:spPr/>
    </dgm:pt>
    <dgm:pt modelId="{57AC15DE-9F99-4027-91F6-D2B6613AB9B5}" type="pres">
      <dgm:prSet presAssocID="{5E33B5A9-9E03-41BC-A117-16CC1FCC70F2}" presName="Name21" presStyleCnt="0"/>
      <dgm:spPr/>
    </dgm:pt>
    <dgm:pt modelId="{696D2FD4-5AAE-4C66-8E48-0C533515379A}" type="pres">
      <dgm:prSet presAssocID="{5E33B5A9-9E03-41BC-A117-16CC1FCC70F2}" presName="level2Shape" presStyleLbl="node2" presStyleIdx="0" presStyleCnt="5"/>
      <dgm:spPr/>
    </dgm:pt>
    <dgm:pt modelId="{6E6E8CCF-F120-401E-A778-8722401368F0}" type="pres">
      <dgm:prSet presAssocID="{5E33B5A9-9E03-41BC-A117-16CC1FCC70F2}" presName="hierChild3" presStyleCnt="0"/>
      <dgm:spPr/>
    </dgm:pt>
    <dgm:pt modelId="{4FC7A983-8825-458E-887F-6A7D9314BD3A}" type="pres">
      <dgm:prSet presAssocID="{26216B15-BAEC-4FCF-9402-62C856869BAD}" presName="Name19" presStyleLbl="parChTrans1D2" presStyleIdx="1" presStyleCnt="5"/>
      <dgm:spPr/>
    </dgm:pt>
    <dgm:pt modelId="{BD78619E-85BE-4A5B-8872-65B2710F4C98}" type="pres">
      <dgm:prSet presAssocID="{F773B68F-0BFD-4D6A-9DA9-6B0AC4CD17F3}" presName="Name21" presStyleCnt="0"/>
      <dgm:spPr/>
    </dgm:pt>
    <dgm:pt modelId="{6FE1076A-34A5-43D2-B176-68C0BACC42CD}" type="pres">
      <dgm:prSet presAssocID="{F773B68F-0BFD-4D6A-9DA9-6B0AC4CD17F3}" presName="level2Shape" presStyleLbl="node2" presStyleIdx="1" presStyleCnt="5"/>
      <dgm:spPr/>
    </dgm:pt>
    <dgm:pt modelId="{7357CBB7-2E05-46E3-A577-D9151CCAA770}" type="pres">
      <dgm:prSet presAssocID="{F773B68F-0BFD-4D6A-9DA9-6B0AC4CD17F3}" presName="hierChild3" presStyleCnt="0"/>
      <dgm:spPr/>
    </dgm:pt>
    <dgm:pt modelId="{8FD61507-371B-4119-8134-74594C905F2A}" type="pres">
      <dgm:prSet presAssocID="{8863ECA1-6B48-467D-AC5D-D2E09FA72DFB}" presName="Name19" presStyleLbl="parChTrans1D2" presStyleIdx="2" presStyleCnt="5"/>
      <dgm:spPr/>
    </dgm:pt>
    <dgm:pt modelId="{6B7401E1-38A8-468F-96D5-8663316EA527}" type="pres">
      <dgm:prSet presAssocID="{D62AA7C4-6AC8-4E20-8D1B-5EFFFF081B3D}" presName="Name21" presStyleCnt="0"/>
      <dgm:spPr/>
    </dgm:pt>
    <dgm:pt modelId="{A40A855F-B170-4F43-AFFF-790B006AE707}" type="pres">
      <dgm:prSet presAssocID="{D62AA7C4-6AC8-4E20-8D1B-5EFFFF081B3D}" presName="level2Shape" presStyleLbl="node2" presStyleIdx="2" presStyleCnt="5"/>
      <dgm:spPr/>
    </dgm:pt>
    <dgm:pt modelId="{08E00C54-F06A-4D7E-A955-8495E5C98A0C}" type="pres">
      <dgm:prSet presAssocID="{D62AA7C4-6AC8-4E20-8D1B-5EFFFF081B3D}" presName="hierChild3" presStyleCnt="0"/>
      <dgm:spPr/>
    </dgm:pt>
    <dgm:pt modelId="{35EA4CA1-5793-4415-9081-683E3055AA4A}" type="pres">
      <dgm:prSet presAssocID="{34608137-36A8-4FEE-AB73-A09885DE4D02}" presName="Name19" presStyleLbl="parChTrans1D3" presStyleIdx="0" presStyleCnt="7"/>
      <dgm:spPr/>
    </dgm:pt>
    <dgm:pt modelId="{940A4398-200B-448D-994D-43AD69E443E2}" type="pres">
      <dgm:prSet presAssocID="{93B26283-256F-4EBF-AA72-AC162B5873D1}" presName="Name21" presStyleCnt="0"/>
      <dgm:spPr/>
    </dgm:pt>
    <dgm:pt modelId="{6E0EDF6B-E272-48A9-A7B8-ED44795D04FC}" type="pres">
      <dgm:prSet presAssocID="{93B26283-256F-4EBF-AA72-AC162B5873D1}" presName="level2Shape" presStyleLbl="node3" presStyleIdx="0" presStyleCnt="7"/>
      <dgm:spPr/>
    </dgm:pt>
    <dgm:pt modelId="{FE5B6462-90F5-416C-A978-91D9CCB7499E}" type="pres">
      <dgm:prSet presAssocID="{93B26283-256F-4EBF-AA72-AC162B5873D1}" presName="hierChild3" presStyleCnt="0"/>
      <dgm:spPr/>
    </dgm:pt>
    <dgm:pt modelId="{7B341055-F522-4A77-9FD4-482D34F15397}" type="pres">
      <dgm:prSet presAssocID="{BCD95FE8-BF12-479C-AA18-BC438763FEE6}" presName="Name19" presStyleLbl="parChTrans1D3" presStyleIdx="1" presStyleCnt="7"/>
      <dgm:spPr/>
    </dgm:pt>
    <dgm:pt modelId="{28062865-3364-48B6-AFCE-E11048617C8F}" type="pres">
      <dgm:prSet presAssocID="{6E48027A-9734-4A35-AA25-30E3E5D95F42}" presName="Name21" presStyleCnt="0"/>
      <dgm:spPr/>
    </dgm:pt>
    <dgm:pt modelId="{9F06D81F-229B-454A-85A2-6C6E3FEF196F}" type="pres">
      <dgm:prSet presAssocID="{6E48027A-9734-4A35-AA25-30E3E5D95F42}" presName="level2Shape" presStyleLbl="node3" presStyleIdx="1" presStyleCnt="7"/>
      <dgm:spPr/>
    </dgm:pt>
    <dgm:pt modelId="{DDBDA037-0B6B-4829-AA43-6D247C9876FF}" type="pres">
      <dgm:prSet presAssocID="{6E48027A-9734-4A35-AA25-30E3E5D95F42}" presName="hierChild3" presStyleCnt="0"/>
      <dgm:spPr/>
    </dgm:pt>
    <dgm:pt modelId="{328FD5A3-7CB6-461B-8A10-8CD4500943AC}" type="pres">
      <dgm:prSet presAssocID="{479E9D58-5D4D-49D6-9DCD-EC3BAA583EBF}" presName="Name19" presStyleLbl="parChTrans1D3" presStyleIdx="2" presStyleCnt="7"/>
      <dgm:spPr/>
    </dgm:pt>
    <dgm:pt modelId="{22958352-9BEA-403E-8456-B387C09354EC}" type="pres">
      <dgm:prSet presAssocID="{1ECE7035-5510-457D-B66E-017B36CEA73E}" presName="Name21" presStyleCnt="0"/>
      <dgm:spPr/>
    </dgm:pt>
    <dgm:pt modelId="{4950973D-99C3-42ED-A623-14C09856D76E}" type="pres">
      <dgm:prSet presAssocID="{1ECE7035-5510-457D-B66E-017B36CEA73E}" presName="level2Shape" presStyleLbl="node3" presStyleIdx="2" presStyleCnt="7"/>
      <dgm:spPr/>
    </dgm:pt>
    <dgm:pt modelId="{B62A50A5-591D-4DA4-84F0-6140B9ECF842}" type="pres">
      <dgm:prSet presAssocID="{1ECE7035-5510-457D-B66E-017B36CEA73E}" presName="hierChild3" presStyleCnt="0"/>
      <dgm:spPr/>
    </dgm:pt>
    <dgm:pt modelId="{266FA24F-4273-4693-9C9F-C5A23CDBD93F}" type="pres">
      <dgm:prSet presAssocID="{25B4D462-DE9C-4F51-B401-A53538804DB3}" presName="Name19" presStyleLbl="parChTrans1D3" presStyleIdx="3" presStyleCnt="7"/>
      <dgm:spPr/>
    </dgm:pt>
    <dgm:pt modelId="{DD7B6B99-B4F7-4425-B40A-A0A03411EE12}" type="pres">
      <dgm:prSet presAssocID="{59294BBA-9BD4-4D16-9285-0445F0BB6157}" presName="Name21" presStyleCnt="0"/>
      <dgm:spPr/>
    </dgm:pt>
    <dgm:pt modelId="{60CFAAFF-6872-4EB7-BCA4-064E9FD2813A}" type="pres">
      <dgm:prSet presAssocID="{59294BBA-9BD4-4D16-9285-0445F0BB6157}" presName="level2Shape" presStyleLbl="node3" presStyleIdx="3" presStyleCnt="7"/>
      <dgm:spPr/>
    </dgm:pt>
    <dgm:pt modelId="{AE19DFE1-19DF-46E6-BBEC-C22EF22A1494}" type="pres">
      <dgm:prSet presAssocID="{59294BBA-9BD4-4D16-9285-0445F0BB6157}" presName="hierChild3" presStyleCnt="0"/>
      <dgm:spPr/>
    </dgm:pt>
    <dgm:pt modelId="{F50E0392-CD8E-4223-B37E-3F92D8405EDB}" type="pres">
      <dgm:prSet presAssocID="{A5AB5157-F048-49C8-88EE-14146D2AA10C}" presName="Name19" presStyleLbl="parChTrans1D3" presStyleIdx="4" presStyleCnt="7"/>
      <dgm:spPr/>
    </dgm:pt>
    <dgm:pt modelId="{A66B1518-AC83-42D2-A67A-ECCC59D0A7CD}" type="pres">
      <dgm:prSet presAssocID="{BA97F345-0365-4A33-AE1C-5D33118B36B5}" presName="Name21" presStyleCnt="0"/>
      <dgm:spPr/>
    </dgm:pt>
    <dgm:pt modelId="{A2F634A9-6976-4794-A1A5-32F87A0270FF}" type="pres">
      <dgm:prSet presAssocID="{BA97F345-0365-4A33-AE1C-5D33118B36B5}" presName="level2Shape" presStyleLbl="node3" presStyleIdx="4" presStyleCnt="7"/>
      <dgm:spPr/>
    </dgm:pt>
    <dgm:pt modelId="{A730C7E0-0040-46DF-A92E-F2A62175D245}" type="pres">
      <dgm:prSet presAssocID="{BA97F345-0365-4A33-AE1C-5D33118B36B5}" presName="hierChild3" presStyleCnt="0"/>
      <dgm:spPr/>
    </dgm:pt>
    <dgm:pt modelId="{C3A6366B-4F3A-4674-9C7C-87E52558810F}" type="pres">
      <dgm:prSet presAssocID="{289F1DD3-7B0E-4DA0-9F51-F8F09C9BB775}" presName="Name19" presStyleLbl="parChTrans1D3" presStyleIdx="5" presStyleCnt="7"/>
      <dgm:spPr/>
    </dgm:pt>
    <dgm:pt modelId="{CA7207C9-AABB-4BCB-97AD-D0285D3761D8}" type="pres">
      <dgm:prSet presAssocID="{04097AB8-BC07-4550-B3F9-243B1E11505B}" presName="Name21" presStyleCnt="0"/>
      <dgm:spPr/>
    </dgm:pt>
    <dgm:pt modelId="{CD876056-8982-464B-907F-B6D7F25F8AB3}" type="pres">
      <dgm:prSet presAssocID="{04097AB8-BC07-4550-B3F9-243B1E11505B}" presName="level2Shape" presStyleLbl="node3" presStyleIdx="5" presStyleCnt="7"/>
      <dgm:spPr/>
    </dgm:pt>
    <dgm:pt modelId="{5DB236F1-D565-4A47-B4E4-C03E28C5232D}" type="pres">
      <dgm:prSet presAssocID="{04097AB8-BC07-4550-B3F9-243B1E11505B}" presName="hierChild3" presStyleCnt="0"/>
      <dgm:spPr/>
    </dgm:pt>
    <dgm:pt modelId="{2EEFD4BC-3B58-4150-8740-38BFFE8233BA}" type="pres">
      <dgm:prSet presAssocID="{AEC2C1D1-97D0-48CF-8E72-1531569C790C}" presName="Name19" presStyleLbl="parChTrans1D3" presStyleIdx="6" presStyleCnt="7"/>
      <dgm:spPr/>
    </dgm:pt>
    <dgm:pt modelId="{43FD83F2-4DEF-4D4C-B4C2-0F1DB93A5E91}" type="pres">
      <dgm:prSet presAssocID="{9687E228-1155-4462-96D8-DE0757FA951C}" presName="Name21" presStyleCnt="0"/>
      <dgm:spPr/>
    </dgm:pt>
    <dgm:pt modelId="{916B6A4A-92F1-4001-904B-4CF24923B0CF}" type="pres">
      <dgm:prSet presAssocID="{9687E228-1155-4462-96D8-DE0757FA951C}" presName="level2Shape" presStyleLbl="node3" presStyleIdx="6" presStyleCnt="7"/>
      <dgm:spPr/>
    </dgm:pt>
    <dgm:pt modelId="{E62D7743-8834-4665-A3CE-E25481342A83}" type="pres">
      <dgm:prSet presAssocID="{9687E228-1155-4462-96D8-DE0757FA951C}" presName="hierChild3" presStyleCnt="0"/>
      <dgm:spPr/>
    </dgm:pt>
    <dgm:pt modelId="{69F47690-6096-4604-BD5B-C71EEB6A323C}" type="pres">
      <dgm:prSet presAssocID="{F93783E2-A2EA-4A3C-A2A8-ABF65F4B6DA8}" presName="Name19" presStyleLbl="parChTrans1D2" presStyleIdx="3" presStyleCnt="5"/>
      <dgm:spPr/>
    </dgm:pt>
    <dgm:pt modelId="{31C70B11-9AE3-41AA-A516-C10B0A56FE21}" type="pres">
      <dgm:prSet presAssocID="{C616644E-4E4E-472D-A411-1D76C406461E}" presName="Name21" presStyleCnt="0"/>
      <dgm:spPr/>
    </dgm:pt>
    <dgm:pt modelId="{B361CFDE-9EC5-4FF3-AF36-7859B9F0D361}" type="pres">
      <dgm:prSet presAssocID="{C616644E-4E4E-472D-A411-1D76C406461E}" presName="level2Shape" presStyleLbl="node2" presStyleIdx="3" presStyleCnt="5"/>
      <dgm:spPr/>
    </dgm:pt>
    <dgm:pt modelId="{050EB153-8C33-4C10-B027-575393B77F53}" type="pres">
      <dgm:prSet presAssocID="{C616644E-4E4E-472D-A411-1D76C406461E}" presName="hierChild3" presStyleCnt="0"/>
      <dgm:spPr/>
    </dgm:pt>
    <dgm:pt modelId="{BF27E909-FA80-41D6-969D-7B39AD52A427}" type="pres">
      <dgm:prSet presAssocID="{A96D1313-EC71-441F-BDD1-9B81F04D394F}" presName="Name19" presStyleLbl="parChTrans1D2" presStyleIdx="4" presStyleCnt="5"/>
      <dgm:spPr/>
    </dgm:pt>
    <dgm:pt modelId="{9F1B326E-3251-4D38-89A0-2DCA5827DDE2}" type="pres">
      <dgm:prSet presAssocID="{41C6E89D-D940-4E87-975E-9D0C2B04811D}" presName="Name21" presStyleCnt="0"/>
      <dgm:spPr/>
    </dgm:pt>
    <dgm:pt modelId="{7C6ECE61-A61E-46F8-9593-4B79A01519A2}" type="pres">
      <dgm:prSet presAssocID="{41C6E89D-D940-4E87-975E-9D0C2B04811D}" presName="level2Shape" presStyleLbl="node2" presStyleIdx="4" presStyleCnt="5"/>
      <dgm:spPr/>
    </dgm:pt>
    <dgm:pt modelId="{683F3C85-B395-45E1-BEA8-0F87C9A97763}" type="pres">
      <dgm:prSet presAssocID="{41C6E89D-D940-4E87-975E-9D0C2B04811D}" presName="hierChild3" presStyleCnt="0"/>
      <dgm:spPr/>
    </dgm:pt>
    <dgm:pt modelId="{377977CA-99B7-4B70-A182-465B3A3BE2CC}" type="pres">
      <dgm:prSet presAssocID="{5620C96E-2DCB-4192-9563-A1F20E64C099}" presName="bgShapesFlow" presStyleCnt="0"/>
      <dgm:spPr/>
    </dgm:pt>
  </dgm:ptLst>
  <dgm:cxnLst>
    <dgm:cxn modelId="{8F3B671B-4086-4FDA-9B9F-D5196882ECE4}" type="presOf" srcId="{1ECE7035-5510-457D-B66E-017B36CEA73E}" destId="{4950973D-99C3-42ED-A623-14C09856D76E}" srcOrd="0" destOrd="0" presId="urn:microsoft.com/office/officeart/2005/8/layout/hierarchy6"/>
    <dgm:cxn modelId="{D6EB1D21-3AAE-4816-9B08-F262E94F1F9D}" type="presOf" srcId="{5E33B5A9-9E03-41BC-A117-16CC1FCC70F2}" destId="{696D2FD4-5AAE-4C66-8E48-0C533515379A}" srcOrd="0" destOrd="0" presId="urn:microsoft.com/office/officeart/2005/8/layout/hierarchy6"/>
    <dgm:cxn modelId="{8C8E9229-2901-4CCD-A218-85E33FEE3622}" type="presOf" srcId="{34608137-36A8-4FEE-AB73-A09885DE4D02}" destId="{35EA4CA1-5793-4415-9081-683E3055AA4A}" srcOrd="0" destOrd="0" presId="urn:microsoft.com/office/officeart/2005/8/layout/hierarchy6"/>
    <dgm:cxn modelId="{4C133C2E-9AE7-4E0C-BBE1-464B74BDF928}" type="presOf" srcId="{C616644E-4E4E-472D-A411-1D76C406461E}" destId="{B361CFDE-9EC5-4FF3-AF36-7859B9F0D361}" srcOrd="0" destOrd="0" presId="urn:microsoft.com/office/officeart/2005/8/layout/hierarchy6"/>
    <dgm:cxn modelId="{001A4F30-7234-4F31-9824-31A4D426C0C1}" type="presOf" srcId="{BCD95FE8-BF12-479C-AA18-BC438763FEE6}" destId="{7B341055-F522-4A77-9FD4-482D34F15397}" srcOrd="0" destOrd="0" presId="urn:microsoft.com/office/officeart/2005/8/layout/hierarchy6"/>
    <dgm:cxn modelId="{D4628E39-5BEF-43B4-8C0C-745DB17C453D}" type="presOf" srcId="{93B26283-256F-4EBF-AA72-AC162B5873D1}" destId="{6E0EDF6B-E272-48A9-A7B8-ED44795D04FC}" srcOrd="0" destOrd="0" presId="urn:microsoft.com/office/officeart/2005/8/layout/hierarchy6"/>
    <dgm:cxn modelId="{4548B25B-6A94-49E4-9AB1-8E0564BCE4CD}" type="presOf" srcId="{41C6E89D-D940-4E87-975E-9D0C2B04811D}" destId="{7C6ECE61-A61E-46F8-9593-4B79A01519A2}" srcOrd="0" destOrd="0" presId="urn:microsoft.com/office/officeart/2005/8/layout/hierarchy6"/>
    <dgm:cxn modelId="{4362E85C-641A-43B8-9EE3-2C4CC64D24DF}" type="presOf" srcId="{A5AB5157-F048-49C8-88EE-14146D2AA10C}" destId="{F50E0392-CD8E-4223-B37E-3F92D8405EDB}" srcOrd="0" destOrd="0" presId="urn:microsoft.com/office/officeart/2005/8/layout/hierarchy6"/>
    <dgm:cxn modelId="{09958A43-53BC-4982-AB92-907C69A86331}" srcId="{D62AA7C4-6AC8-4E20-8D1B-5EFFFF081B3D}" destId="{59294BBA-9BD4-4D16-9285-0445F0BB6157}" srcOrd="3" destOrd="0" parTransId="{25B4D462-DE9C-4F51-B401-A53538804DB3}" sibTransId="{6AF3B3F4-914F-4823-8038-DF9CA03D20A1}"/>
    <dgm:cxn modelId="{87076665-6A5F-4724-97CE-A959E5AB6828}" srcId="{9ED13CE2-E513-4406-A041-2736E79E055B}" destId="{D62AA7C4-6AC8-4E20-8D1B-5EFFFF081B3D}" srcOrd="2" destOrd="0" parTransId="{8863ECA1-6B48-467D-AC5D-D2E09FA72DFB}" sibTransId="{C2091530-6FDB-48F7-BAC4-BA5BD4D1E0E7}"/>
    <dgm:cxn modelId="{9D6D9C68-70FB-458A-B331-FF5E93EAD67A}" type="presOf" srcId="{560E6BF2-7A8C-4D07-9F45-59A09D56280E}" destId="{5FD6E85E-772C-46FE-ABB0-B265ECD9AC22}" srcOrd="0" destOrd="0" presId="urn:microsoft.com/office/officeart/2005/8/layout/hierarchy6"/>
    <dgm:cxn modelId="{0EA2606C-CB00-4450-8900-6A277241F31E}" type="presOf" srcId="{9687E228-1155-4462-96D8-DE0757FA951C}" destId="{916B6A4A-92F1-4001-904B-4CF24923B0CF}" srcOrd="0" destOrd="0" presId="urn:microsoft.com/office/officeart/2005/8/layout/hierarchy6"/>
    <dgm:cxn modelId="{9A87256D-FFC3-40F0-A5A4-E1B1AF66FDEA}" srcId="{D62AA7C4-6AC8-4E20-8D1B-5EFFFF081B3D}" destId="{9687E228-1155-4462-96D8-DE0757FA951C}" srcOrd="6" destOrd="0" parTransId="{AEC2C1D1-97D0-48CF-8E72-1531569C790C}" sibTransId="{2BC1E101-2B80-426B-A5CF-7177F6EB836F}"/>
    <dgm:cxn modelId="{F374AD55-D853-4FF1-9480-805EE1529434}" type="presOf" srcId="{59294BBA-9BD4-4D16-9285-0445F0BB6157}" destId="{60CFAAFF-6872-4EB7-BCA4-064E9FD2813A}" srcOrd="0" destOrd="0" presId="urn:microsoft.com/office/officeart/2005/8/layout/hierarchy6"/>
    <dgm:cxn modelId="{965FD576-023D-4ECC-8E37-F41489C94518}" type="presOf" srcId="{5620C96E-2DCB-4192-9563-A1F20E64C099}" destId="{C65750A0-8AB3-4664-970D-2D0341A06526}" srcOrd="0" destOrd="0" presId="urn:microsoft.com/office/officeart/2005/8/layout/hierarchy6"/>
    <dgm:cxn modelId="{6C7C3378-60F8-485A-9D85-94891AB1D433}" type="presOf" srcId="{F773B68F-0BFD-4D6A-9DA9-6B0AC4CD17F3}" destId="{6FE1076A-34A5-43D2-B176-68C0BACC42CD}" srcOrd="0" destOrd="0" presId="urn:microsoft.com/office/officeart/2005/8/layout/hierarchy6"/>
    <dgm:cxn modelId="{7EDA3978-9496-4A75-9961-BE7B3B007860}" type="presOf" srcId="{26216B15-BAEC-4FCF-9402-62C856869BAD}" destId="{4FC7A983-8825-458E-887F-6A7D9314BD3A}" srcOrd="0" destOrd="0" presId="urn:microsoft.com/office/officeart/2005/8/layout/hierarchy6"/>
    <dgm:cxn modelId="{6014B979-CBB4-4D76-9234-B5A0D1F2C5CA}" type="presOf" srcId="{289F1DD3-7B0E-4DA0-9F51-F8F09C9BB775}" destId="{C3A6366B-4F3A-4674-9C7C-87E52558810F}" srcOrd="0" destOrd="0" presId="urn:microsoft.com/office/officeart/2005/8/layout/hierarchy6"/>
    <dgm:cxn modelId="{330FBA7B-C13D-476A-A5AD-9B72D1566C11}" srcId="{D62AA7C4-6AC8-4E20-8D1B-5EFFFF081B3D}" destId="{1ECE7035-5510-457D-B66E-017B36CEA73E}" srcOrd="2" destOrd="0" parTransId="{479E9D58-5D4D-49D6-9DCD-EC3BAA583EBF}" sibTransId="{48281237-0E74-46EF-9F3D-6CC712D0D73C}"/>
    <dgm:cxn modelId="{AF27477F-18CC-44BD-BF89-FC93B9481DCD}" srcId="{D62AA7C4-6AC8-4E20-8D1B-5EFFFF081B3D}" destId="{04097AB8-BC07-4550-B3F9-243B1E11505B}" srcOrd="5" destOrd="0" parTransId="{289F1DD3-7B0E-4DA0-9F51-F8F09C9BB775}" sibTransId="{2BBB4511-BCA6-4274-99C7-37E70C044833}"/>
    <dgm:cxn modelId="{DE91CC84-D366-48CC-BC64-6B31193269CD}" type="presOf" srcId="{04097AB8-BC07-4550-B3F9-243B1E11505B}" destId="{CD876056-8982-464B-907F-B6D7F25F8AB3}" srcOrd="0" destOrd="0" presId="urn:microsoft.com/office/officeart/2005/8/layout/hierarchy6"/>
    <dgm:cxn modelId="{EA1B2290-86C1-4185-AC19-A57F56DF25A0}" type="presOf" srcId="{9ED13CE2-E513-4406-A041-2736E79E055B}" destId="{8491603F-7865-4DA0-9946-9B7887B7ED6D}" srcOrd="0" destOrd="0" presId="urn:microsoft.com/office/officeart/2005/8/layout/hierarchy6"/>
    <dgm:cxn modelId="{6664F195-B6C9-41C2-B821-5BCB1E0725B9}" srcId="{9ED13CE2-E513-4406-A041-2736E79E055B}" destId="{41C6E89D-D940-4E87-975E-9D0C2B04811D}" srcOrd="4" destOrd="0" parTransId="{A96D1313-EC71-441F-BDD1-9B81F04D394F}" sibTransId="{F56E747E-9A68-4475-A906-13F3E97F2CCA}"/>
    <dgm:cxn modelId="{A5D95AA8-25AC-4112-92F0-3C7B0D58D55D}" srcId="{9ED13CE2-E513-4406-A041-2736E79E055B}" destId="{5E33B5A9-9E03-41BC-A117-16CC1FCC70F2}" srcOrd="0" destOrd="0" parTransId="{560E6BF2-7A8C-4D07-9F45-59A09D56280E}" sibTransId="{B3252C20-21E6-4A3D-9CF1-383448F89957}"/>
    <dgm:cxn modelId="{CB4536AA-3576-4C02-917A-D1532B210871}" type="presOf" srcId="{A96D1313-EC71-441F-BDD1-9B81F04D394F}" destId="{BF27E909-FA80-41D6-969D-7B39AD52A427}" srcOrd="0" destOrd="0" presId="urn:microsoft.com/office/officeart/2005/8/layout/hierarchy6"/>
    <dgm:cxn modelId="{EBC04BAE-F736-4F55-86ED-C2BE33BCCCC4}" srcId="{9ED13CE2-E513-4406-A041-2736E79E055B}" destId="{C616644E-4E4E-472D-A411-1D76C406461E}" srcOrd="3" destOrd="0" parTransId="{F93783E2-A2EA-4A3C-A2A8-ABF65F4B6DA8}" sibTransId="{565F874F-FF1C-4047-B892-9CA7AAE38D82}"/>
    <dgm:cxn modelId="{D19DBDB2-162C-411F-892C-AEC54325D838}" type="presOf" srcId="{8863ECA1-6B48-467D-AC5D-D2E09FA72DFB}" destId="{8FD61507-371B-4119-8134-74594C905F2A}" srcOrd="0" destOrd="0" presId="urn:microsoft.com/office/officeart/2005/8/layout/hierarchy6"/>
    <dgm:cxn modelId="{B4F2BAB7-B667-4B3B-8599-80362E18055F}" srcId="{D62AA7C4-6AC8-4E20-8D1B-5EFFFF081B3D}" destId="{93B26283-256F-4EBF-AA72-AC162B5873D1}" srcOrd="0" destOrd="0" parTransId="{34608137-36A8-4FEE-AB73-A09885DE4D02}" sibTransId="{3C0B5865-3126-4882-A46B-44E0AE13177E}"/>
    <dgm:cxn modelId="{457541BC-5038-43FD-94C4-9DA27AA78CC2}" srcId="{9ED13CE2-E513-4406-A041-2736E79E055B}" destId="{F773B68F-0BFD-4D6A-9DA9-6B0AC4CD17F3}" srcOrd="1" destOrd="0" parTransId="{26216B15-BAEC-4FCF-9402-62C856869BAD}" sibTransId="{30B97C6F-CC75-4271-A4F2-A1EDB35FF2DD}"/>
    <dgm:cxn modelId="{6A040AC6-41A7-4237-930A-32535ABDFFCE}" type="presOf" srcId="{BA97F345-0365-4A33-AE1C-5D33118B36B5}" destId="{A2F634A9-6976-4794-A1A5-32F87A0270FF}" srcOrd="0" destOrd="0" presId="urn:microsoft.com/office/officeart/2005/8/layout/hierarchy6"/>
    <dgm:cxn modelId="{DB6812C8-20E5-4E14-AF25-F4CBC606DA79}" srcId="{D62AA7C4-6AC8-4E20-8D1B-5EFFFF081B3D}" destId="{6E48027A-9734-4A35-AA25-30E3E5D95F42}" srcOrd="1" destOrd="0" parTransId="{BCD95FE8-BF12-479C-AA18-BC438763FEE6}" sibTransId="{9958F687-5C17-408C-A91F-A9E0E7F5141E}"/>
    <dgm:cxn modelId="{45DED1CD-F835-4162-8BEC-AB219F0FAB86}" type="presOf" srcId="{AEC2C1D1-97D0-48CF-8E72-1531569C790C}" destId="{2EEFD4BC-3B58-4150-8740-38BFFE8233BA}" srcOrd="0" destOrd="0" presId="urn:microsoft.com/office/officeart/2005/8/layout/hierarchy6"/>
    <dgm:cxn modelId="{893005D6-1565-43D8-ABB7-B319188BE187}" srcId="{5620C96E-2DCB-4192-9563-A1F20E64C099}" destId="{9ED13CE2-E513-4406-A041-2736E79E055B}" srcOrd="0" destOrd="0" parTransId="{56E2F784-6B69-402E-BB3B-FA5E78DDF7CF}" sibTransId="{22FC394E-94AF-4055-9C15-8A947F8D1FDE}"/>
    <dgm:cxn modelId="{464762DF-AC87-4E81-B0EF-E1AABBB82CC6}" type="presOf" srcId="{6E48027A-9734-4A35-AA25-30E3E5D95F42}" destId="{9F06D81F-229B-454A-85A2-6C6E3FEF196F}" srcOrd="0" destOrd="0" presId="urn:microsoft.com/office/officeart/2005/8/layout/hierarchy6"/>
    <dgm:cxn modelId="{27B796E0-08E3-4D7F-8510-C0794B2B94CB}" type="presOf" srcId="{D62AA7C4-6AC8-4E20-8D1B-5EFFFF081B3D}" destId="{A40A855F-B170-4F43-AFFF-790B006AE707}" srcOrd="0" destOrd="0" presId="urn:microsoft.com/office/officeart/2005/8/layout/hierarchy6"/>
    <dgm:cxn modelId="{4B25C9E7-069F-4F86-9CED-CECBA197BA7A}" type="presOf" srcId="{25B4D462-DE9C-4F51-B401-A53538804DB3}" destId="{266FA24F-4273-4693-9C9F-C5A23CDBD93F}" srcOrd="0" destOrd="0" presId="urn:microsoft.com/office/officeart/2005/8/layout/hierarchy6"/>
    <dgm:cxn modelId="{2D0FE7EE-4626-4201-AB18-6D8C469C4016}" type="presOf" srcId="{479E9D58-5D4D-49D6-9DCD-EC3BAA583EBF}" destId="{328FD5A3-7CB6-461B-8A10-8CD4500943AC}" srcOrd="0" destOrd="0" presId="urn:microsoft.com/office/officeart/2005/8/layout/hierarchy6"/>
    <dgm:cxn modelId="{8D1E95F9-96DF-4BB8-B56F-1A3C11BDB7F0}" type="presOf" srcId="{F93783E2-A2EA-4A3C-A2A8-ABF65F4B6DA8}" destId="{69F47690-6096-4604-BD5B-C71EEB6A323C}" srcOrd="0" destOrd="0" presId="urn:microsoft.com/office/officeart/2005/8/layout/hierarchy6"/>
    <dgm:cxn modelId="{F3AD22FC-CE40-4B8D-A63B-3E30D28FCBAD}" srcId="{D62AA7C4-6AC8-4E20-8D1B-5EFFFF081B3D}" destId="{BA97F345-0365-4A33-AE1C-5D33118B36B5}" srcOrd="4" destOrd="0" parTransId="{A5AB5157-F048-49C8-88EE-14146D2AA10C}" sibTransId="{8F6A3771-29AA-4122-8808-F75925D95842}"/>
    <dgm:cxn modelId="{A64EF95C-17B7-4C43-BFD0-95EAA7A2D715}" type="presParOf" srcId="{C65750A0-8AB3-4664-970D-2D0341A06526}" destId="{61881B64-31A9-46D2-9175-168535E16BAB}" srcOrd="0" destOrd="0" presId="urn:microsoft.com/office/officeart/2005/8/layout/hierarchy6"/>
    <dgm:cxn modelId="{0882A2C1-B090-4629-91EE-0ED5F259B771}" type="presParOf" srcId="{61881B64-31A9-46D2-9175-168535E16BAB}" destId="{C4C756C0-0701-4CCD-83AF-516E05C58733}" srcOrd="0" destOrd="0" presId="urn:microsoft.com/office/officeart/2005/8/layout/hierarchy6"/>
    <dgm:cxn modelId="{E3B3F44B-BE03-4F7E-9A6B-E5FF52588660}" type="presParOf" srcId="{C4C756C0-0701-4CCD-83AF-516E05C58733}" destId="{DA1AC9E4-E27D-477B-9E90-A4232333AEBB}" srcOrd="0" destOrd="0" presId="urn:microsoft.com/office/officeart/2005/8/layout/hierarchy6"/>
    <dgm:cxn modelId="{0363C446-7F89-4B1C-B5CA-21C4B26F0461}" type="presParOf" srcId="{DA1AC9E4-E27D-477B-9E90-A4232333AEBB}" destId="{8491603F-7865-4DA0-9946-9B7887B7ED6D}" srcOrd="0" destOrd="0" presId="urn:microsoft.com/office/officeart/2005/8/layout/hierarchy6"/>
    <dgm:cxn modelId="{D4EEC789-7D2F-4D17-8CB9-C93649EF36A5}" type="presParOf" srcId="{DA1AC9E4-E27D-477B-9E90-A4232333AEBB}" destId="{F359FE03-0DBA-43C1-9461-8572C1E6648A}" srcOrd="1" destOrd="0" presId="urn:microsoft.com/office/officeart/2005/8/layout/hierarchy6"/>
    <dgm:cxn modelId="{16D6D5D3-3784-41B5-9D3C-347E98C2C27D}" type="presParOf" srcId="{F359FE03-0DBA-43C1-9461-8572C1E6648A}" destId="{5FD6E85E-772C-46FE-ABB0-B265ECD9AC22}" srcOrd="0" destOrd="0" presId="urn:microsoft.com/office/officeart/2005/8/layout/hierarchy6"/>
    <dgm:cxn modelId="{F51908F4-B1FA-4127-A5C5-3F4459897520}" type="presParOf" srcId="{F359FE03-0DBA-43C1-9461-8572C1E6648A}" destId="{57AC15DE-9F99-4027-91F6-D2B6613AB9B5}" srcOrd="1" destOrd="0" presId="urn:microsoft.com/office/officeart/2005/8/layout/hierarchy6"/>
    <dgm:cxn modelId="{E70E06FE-111A-4902-A26B-1BBA771A162E}" type="presParOf" srcId="{57AC15DE-9F99-4027-91F6-D2B6613AB9B5}" destId="{696D2FD4-5AAE-4C66-8E48-0C533515379A}" srcOrd="0" destOrd="0" presId="urn:microsoft.com/office/officeart/2005/8/layout/hierarchy6"/>
    <dgm:cxn modelId="{52AB5071-05BC-4861-8959-D9C86D5F278A}" type="presParOf" srcId="{57AC15DE-9F99-4027-91F6-D2B6613AB9B5}" destId="{6E6E8CCF-F120-401E-A778-8722401368F0}" srcOrd="1" destOrd="0" presId="urn:microsoft.com/office/officeart/2005/8/layout/hierarchy6"/>
    <dgm:cxn modelId="{6D2C6299-9A7D-4392-A499-DFD656C25E42}" type="presParOf" srcId="{F359FE03-0DBA-43C1-9461-8572C1E6648A}" destId="{4FC7A983-8825-458E-887F-6A7D9314BD3A}" srcOrd="2" destOrd="0" presId="urn:microsoft.com/office/officeart/2005/8/layout/hierarchy6"/>
    <dgm:cxn modelId="{8633EBA2-DE13-4723-B3F7-E94D00E801CC}" type="presParOf" srcId="{F359FE03-0DBA-43C1-9461-8572C1E6648A}" destId="{BD78619E-85BE-4A5B-8872-65B2710F4C98}" srcOrd="3" destOrd="0" presId="urn:microsoft.com/office/officeart/2005/8/layout/hierarchy6"/>
    <dgm:cxn modelId="{495FDE9E-F7D2-4F9C-9A46-9EE1ABBAA346}" type="presParOf" srcId="{BD78619E-85BE-4A5B-8872-65B2710F4C98}" destId="{6FE1076A-34A5-43D2-B176-68C0BACC42CD}" srcOrd="0" destOrd="0" presId="urn:microsoft.com/office/officeart/2005/8/layout/hierarchy6"/>
    <dgm:cxn modelId="{2D4D3A4E-1C90-443A-8411-0F749CE2A11D}" type="presParOf" srcId="{BD78619E-85BE-4A5B-8872-65B2710F4C98}" destId="{7357CBB7-2E05-46E3-A577-D9151CCAA770}" srcOrd="1" destOrd="0" presId="urn:microsoft.com/office/officeart/2005/8/layout/hierarchy6"/>
    <dgm:cxn modelId="{63FC1DD5-725A-449D-A433-F802E58CE865}" type="presParOf" srcId="{F359FE03-0DBA-43C1-9461-8572C1E6648A}" destId="{8FD61507-371B-4119-8134-74594C905F2A}" srcOrd="4" destOrd="0" presId="urn:microsoft.com/office/officeart/2005/8/layout/hierarchy6"/>
    <dgm:cxn modelId="{00EF9CA0-C358-4CBB-B4B4-9556240667CA}" type="presParOf" srcId="{F359FE03-0DBA-43C1-9461-8572C1E6648A}" destId="{6B7401E1-38A8-468F-96D5-8663316EA527}" srcOrd="5" destOrd="0" presId="urn:microsoft.com/office/officeart/2005/8/layout/hierarchy6"/>
    <dgm:cxn modelId="{45E691CA-3A98-45AF-B904-E53CBDBAEF03}" type="presParOf" srcId="{6B7401E1-38A8-468F-96D5-8663316EA527}" destId="{A40A855F-B170-4F43-AFFF-790B006AE707}" srcOrd="0" destOrd="0" presId="urn:microsoft.com/office/officeart/2005/8/layout/hierarchy6"/>
    <dgm:cxn modelId="{DC705CC2-2276-4C6A-BF9F-970D368A3A0A}" type="presParOf" srcId="{6B7401E1-38A8-468F-96D5-8663316EA527}" destId="{08E00C54-F06A-4D7E-A955-8495E5C98A0C}" srcOrd="1" destOrd="0" presId="urn:microsoft.com/office/officeart/2005/8/layout/hierarchy6"/>
    <dgm:cxn modelId="{C28D01FE-D2EB-43D8-AFEF-08214197E273}" type="presParOf" srcId="{08E00C54-F06A-4D7E-A955-8495E5C98A0C}" destId="{35EA4CA1-5793-4415-9081-683E3055AA4A}" srcOrd="0" destOrd="0" presId="urn:microsoft.com/office/officeart/2005/8/layout/hierarchy6"/>
    <dgm:cxn modelId="{533D2536-8080-470E-83FA-0F8E0906292C}" type="presParOf" srcId="{08E00C54-F06A-4D7E-A955-8495E5C98A0C}" destId="{940A4398-200B-448D-994D-43AD69E443E2}" srcOrd="1" destOrd="0" presId="urn:microsoft.com/office/officeart/2005/8/layout/hierarchy6"/>
    <dgm:cxn modelId="{2B623B4B-7A96-45E8-9C0B-401D1B0B4D1E}" type="presParOf" srcId="{940A4398-200B-448D-994D-43AD69E443E2}" destId="{6E0EDF6B-E272-48A9-A7B8-ED44795D04FC}" srcOrd="0" destOrd="0" presId="urn:microsoft.com/office/officeart/2005/8/layout/hierarchy6"/>
    <dgm:cxn modelId="{646C2054-7D8F-4516-9DD1-07C0191AB6DD}" type="presParOf" srcId="{940A4398-200B-448D-994D-43AD69E443E2}" destId="{FE5B6462-90F5-416C-A978-91D9CCB7499E}" srcOrd="1" destOrd="0" presId="urn:microsoft.com/office/officeart/2005/8/layout/hierarchy6"/>
    <dgm:cxn modelId="{7D7315FD-5A47-4C47-8034-269A43A945AC}" type="presParOf" srcId="{08E00C54-F06A-4D7E-A955-8495E5C98A0C}" destId="{7B341055-F522-4A77-9FD4-482D34F15397}" srcOrd="2" destOrd="0" presId="urn:microsoft.com/office/officeart/2005/8/layout/hierarchy6"/>
    <dgm:cxn modelId="{AE5F20CE-D737-4E7C-978A-D539FD8D1B62}" type="presParOf" srcId="{08E00C54-F06A-4D7E-A955-8495E5C98A0C}" destId="{28062865-3364-48B6-AFCE-E11048617C8F}" srcOrd="3" destOrd="0" presId="urn:microsoft.com/office/officeart/2005/8/layout/hierarchy6"/>
    <dgm:cxn modelId="{A85F4EF3-5FA0-4C06-B58B-7DDF53C5ED34}" type="presParOf" srcId="{28062865-3364-48B6-AFCE-E11048617C8F}" destId="{9F06D81F-229B-454A-85A2-6C6E3FEF196F}" srcOrd="0" destOrd="0" presId="urn:microsoft.com/office/officeart/2005/8/layout/hierarchy6"/>
    <dgm:cxn modelId="{1539B608-D21D-44F3-A57F-E101CF86F12D}" type="presParOf" srcId="{28062865-3364-48B6-AFCE-E11048617C8F}" destId="{DDBDA037-0B6B-4829-AA43-6D247C9876FF}" srcOrd="1" destOrd="0" presId="urn:microsoft.com/office/officeart/2005/8/layout/hierarchy6"/>
    <dgm:cxn modelId="{6E09BD6E-DA5B-4B0C-A0E5-F785FC365294}" type="presParOf" srcId="{08E00C54-F06A-4D7E-A955-8495E5C98A0C}" destId="{328FD5A3-7CB6-461B-8A10-8CD4500943AC}" srcOrd="4" destOrd="0" presId="urn:microsoft.com/office/officeart/2005/8/layout/hierarchy6"/>
    <dgm:cxn modelId="{24F51B48-E28B-4E2F-AA14-5A4EA30900B7}" type="presParOf" srcId="{08E00C54-F06A-4D7E-A955-8495E5C98A0C}" destId="{22958352-9BEA-403E-8456-B387C09354EC}" srcOrd="5" destOrd="0" presId="urn:microsoft.com/office/officeart/2005/8/layout/hierarchy6"/>
    <dgm:cxn modelId="{772AA85F-7226-4E64-BCBE-0C7A29DED23A}" type="presParOf" srcId="{22958352-9BEA-403E-8456-B387C09354EC}" destId="{4950973D-99C3-42ED-A623-14C09856D76E}" srcOrd="0" destOrd="0" presId="urn:microsoft.com/office/officeart/2005/8/layout/hierarchy6"/>
    <dgm:cxn modelId="{0204D88D-2555-4F39-8FAC-6EB62F27525F}" type="presParOf" srcId="{22958352-9BEA-403E-8456-B387C09354EC}" destId="{B62A50A5-591D-4DA4-84F0-6140B9ECF842}" srcOrd="1" destOrd="0" presId="urn:microsoft.com/office/officeart/2005/8/layout/hierarchy6"/>
    <dgm:cxn modelId="{D02321ED-06DD-4D0D-9F53-D27DF12105C0}" type="presParOf" srcId="{08E00C54-F06A-4D7E-A955-8495E5C98A0C}" destId="{266FA24F-4273-4693-9C9F-C5A23CDBD93F}" srcOrd="6" destOrd="0" presId="urn:microsoft.com/office/officeart/2005/8/layout/hierarchy6"/>
    <dgm:cxn modelId="{F811722E-B755-438E-9B2E-11A7B479AE3F}" type="presParOf" srcId="{08E00C54-F06A-4D7E-A955-8495E5C98A0C}" destId="{DD7B6B99-B4F7-4425-B40A-A0A03411EE12}" srcOrd="7" destOrd="0" presId="urn:microsoft.com/office/officeart/2005/8/layout/hierarchy6"/>
    <dgm:cxn modelId="{481D94ED-2690-469D-A626-E5FDF5570D8A}" type="presParOf" srcId="{DD7B6B99-B4F7-4425-B40A-A0A03411EE12}" destId="{60CFAAFF-6872-4EB7-BCA4-064E9FD2813A}" srcOrd="0" destOrd="0" presId="urn:microsoft.com/office/officeart/2005/8/layout/hierarchy6"/>
    <dgm:cxn modelId="{C9E03F83-7E83-47B9-8D82-4CB8F2B98F60}" type="presParOf" srcId="{DD7B6B99-B4F7-4425-B40A-A0A03411EE12}" destId="{AE19DFE1-19DF-46E6-BBEC-C22EF22A1494}" srcOrd="1" destOrd="0" presId="urn:microsoft.com/office/officeart/2005/8/layout/hierarchy6"/>
    <dgm:cxn modelId="{A03F1DD9-87BD-4CBA-824A-C523D3D6776B}" type="presParOf" srcId="{08E00C54-F06A-4D7E-A955-8495E5C98A0C}" destId="{F50E0392-CD8E-4223-B37E-3F92D8405EDB}" srcOrd="8" destOrd="0" presId="urn:microsoft.com/office/officeart/2005/8/layout/hierarchy6"/>
    <dgm:cxn modelId="{849BC441-3282-428D-821F-70863EDFDC0A}" type="presParOf" srcId="{08E00C54-F06A-4D7E-A955-8495E5C98A0C}" destId="{A66B1518-AC83-42D2-A67A-ECCC59D0A7CD}" srcOrd="9" destOrd="0" presId="urn:microsoft.com/office/officeart/2005/8/layout/hierarchy6"/>
    <dgm:cxn modelId="{245EB59E-E1B9-4325-90C1-DCDC772CFE6C}" type="presParOf" srcId="{A66B1518-AC83-42D2-A67A-ECCC59D0A7CD}" destId="{A2F634A9-6976-4794-A1A5-32F87A0270FF}" srcOrd="0" destOrd="0" presId="urn:microsoft.com/office/officeart/2005/8/layout/hierarchy6"/>
    <dgm:cxn modelId="{670DEFC3-0ECB-4EB6-9406-60431A81BCD0}" type="presParOf" srcId="{A66B1518-AC83-42D2-A67A-ECCC59D0A7CD}" destId="{A730C7E0-0040-46DF-A92E-F2A62175D245}" srcOrd="1" destOrd="0" presId="urn:microsoft.com/office/officeart/2005/8/layout/hierarchy6"/>
    <dgm:cxn modelId="{194C32AC-EEBC-40ED-A57A-1BFA376779FE}" type="presParOf" srcId="{08E00C54-F06A-4D7E-A955-8495E5C98A0C}" destId="{C3A6366B-4F3A-4674-9C7C-87E52558810F}" srcOrd="10" destOrd="0" presId="urn:microsoft.com/office/officeart/2005/8/layout/hierarchy6"/>
    <dgm:cxn modelId="{32801147-0BB8-4B82-B1E2-4839ACFFC5B3}" type="presParOf" srcId="{08E00C54-F06A-4D7E-A955-8495E5C98A0C}" destId="{CA7207C9-AABB-4BCB-97AD-D0285D3761D8}" srcOrd="11" destOrd="0" presId="urn:microsoft.com/office/officeart/2005/8/layout/hierarchy6"/>
    <dgm:cxn modelId="{289452DC-C05F-4511-94A6-70168143EA29}" type="presParOf" srcId="{CA7207C9-AABB-4BCB-97AD-D0285D3761D8}" destId="{CD876056-8982-464B-907F-B6D7F25F8AB3}" srcOrd="0" destOrd="0" presId="urn:microsoft.com/office/officeart/2005/8/layout/hierarchy6"/>
    <dgm:cxn modelId="{D11F2856-6620-46D7-A69B-7F130119B1B8}" type="presParOf" srcId="{CA7207C9-AABB-4BCB-97AD-D0285D3761D8}" destId="{5DB236F1-D565-4A47-B4E4-C03E28C5232D}" srcOrd="1" destOrd="0" presId="urn:microsoft.com/office/officeart/2005/8/layout/hierarchy6"/>
    <dgm:cxn modelId="{74A61E70-78C7-458C-99DE-8F3C11D68255}" type="presParOf" srcId="{08E00C54-F06A-4D7E-A955-8495E5C98A0C}" destId="{2EEFD4BC-3B58-4150-8740-38BFFE8233BA}" srcOrd="12" destOrd="0" presId="urn:microsoft.com/office/officeart/2005/8/layout/hierarchy6"/>
    <dgm:cxn modelId="{F26E4875-6731-4923-9E9E-77A81F1E9AFA}" type="presParOf" srcId="{08E00C54-F06A-4D7E-A955-8495E5C98A0C}" destId="{43FD83F2-4DEF-4D4C-B4C2-0F1DB93A5E91}" srcOrd="13" destOrd="0" presId="urn:microsoft.com/office/officeart/2005/8/layout/hierarchy6"/>
    <dgm:cxn modelId="{A0E2249E-F433-42BF-8D33-0C5431D8B1A4}" type="presParOf" srcId="{43FD83F2-4DEF-4D4C-B4C2-0F1DB93A5E91}" destId="{916B6A4A-92F1-4001-904B-4CF24923B0CF}" srcOrd="0" destOrd="0" presId="urn:microsoft.com/office/officeart/2005/8/layout/hierarchy6"/>
    <dgm:cxn modelId="{9152642E-BACE-4DDE-A7EB-9E987990C75B}" type="presParOf" srcId="{43FD83F2-4DEF-4D4C-B4C2-0F1DB93A5E91}" destId="{E62D7743-8834-4665-A3CE-E25481342A83}" srcOrd="1" destOrd="0" presId="urn:microsoft.com/office/officeart/2005/8/layout/hierarchy6"/>
    <dgm:cxn modelId="{73ED2BC7-32B3-4D71-ACE8-FE612CB4897B}" type="presParOf" srcId="{F359FE03-0DBA-43C1-9461-8572C1E6648A}" destId="{69F47690-6096-4604-BD5B-C71EEB6A323C}" srcOrd="6" destOrd="0" presId="urn:microsoft.com/office/officeart/2005/8/layout/hierarchy6"/>
    <dgm:cxn modelId="{BB827D92-01C1-4166-A2AC-B994D712907C}" type="presParOf" srcId="{F359FE03-0DBA-43C1-9461-8572C1E6648A}" destId="{31C70B11-9AE3-41AA-A516-C10B0A56FE21}" srcOrd="7" destOrd="0" presId="urn:microsoft.com/office/officeart/2005/8/layout/hierarchy6"/>
    <dgm:cxn modelId="{06352636-53B4-45BC-B41C-48B75955A2F0}" type="presParOf" srcId="{31C70B11-9AE3-41AA-A516-C10B0A56FE21}" destId="{B361CFDE-9EC5-4FF3-AF36-7859B9F0D361}" srcOrd="0" destOrd="0" presId="urn:microsoft.com/office/officeart/2005/8/layout/hierarchy6"/>
    <dgm:cxn modelId="{BCD077CA-4F84-4188-B244-2D6380723258}" type="presParOf" srcId="{31C70B11-9AE3-41AA-A516-C10B0A56FE21}" destId="{050EB153-8C33-4C10-B027-575393B77F53}" srcOrd="1" destOrd="0" presId="urn:microsoft.com/office/officeart/2005/8/layout/hierarchy6"/>
    <dgm:cxn modelId="{C3F456C0-3D3C-4A43-9CDE-7D90B08A6555}" type="presParOf" srcId="{F359FE03-0DBA-43C1-9461-8572C1E6648A}" destId="{BF27E909-FA80-41D6-969D-7B39AD52A427}" srcOrd="8" destOrd="0" presId="urn:microsoft.com/office/officeart/2005/8/layout/hierarchy6"/>
    <dgm:cxn modelId="{1E11187F-1D3D-49CB-9E39-CC9D156E6FBB}" type="presParOf" srcId="{F359FE03-0DBA-43C1-9461-8572C1E6648A}" destId="{9F1B326E-3251-4D38-89A0-2DCA5827DDE2}" srcOrd="9" destOrd="0" presId="urn:microsoft.com/office/officeart/2005/8/layout/hierarchy6"/>
    <dgm:cxn modelId="{38195CA1-993A-4A8B-9F86-D08425A09CA1}" type="presParOf" srcId="{9F1B326E-3251-4D38-89A0-2DCA5827DDE2}" destId="{7C6ECE61-A61E-46F8-9593-4B79A01519A2}" srcOrd="0" destOrd="0" presId="urn:microsoft.com/office/officeart/2005/8/layout/hierarchy6"/>
    <dgm:cxn modelId="{1BE657E6-8C1A-4072-8FF1-3A684E7577B6}" type="presParOf" srcId="{9F1B326E-3251-4D38-89A0-2DCA5827DDE2}" destId="{683F3C85-B395-45E1-BEA8-0F87C9A97763}" srcOrd="1" destOrd="0" presId="urn:microsoft.com/office/officeart/2005/8/layout/hierarchy6"/>
    <dgm:cxn modelId="{F4D02D91-E5E9-4A92-83FB-D565311070C2}" type="presParOf" srcId="{C65750A0-8AB3-4664-970D-2D0341A06526}" destId="{377977CA-99B7-4B70-A182-465B3A3BE2C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91603F-7865-4DA0-9946-9B7887B7ED6D}">
      <dsp:nvSpPr>
        <dsp:cNvPr id="0" name=""/>
        <dsp:cNvSpPr/>
      </dsp:nvSpPr>
      <dsp:spPr>
        <a:xfrm>
          <a:off x="5151071" y="1593835"/>
          <a:ext cx="1320477" cy="8803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Mood Report</a:t>
          </a:r>
          <a:endParaRPr lang="en-US" sz="1600" kern="1200" dirty="0"/>
        </a:p>
      </dsp:txBody>
      <dsp:txXfrm>
        <a:off x="5176855" y="1619619"/>
        <a:ext cx="1268909" cy="828750"/>
      </dsp:txXfrm>
    </dsp:sp>
    <dsp:sp modelId="{5FD6E85E-772C-46FE-ABB0-B265ECD9AC22}">
      <dsp:nvSpPr>
        <dsp:cNvPr id="0" name=""/>
        <dsp:cNvSpPr/>
      </dsp:nvSpPr>
      <dsp:spPr>
        <a:xfrm>
          <a:off x="3236379" y="2474153"/>
          <a:ext cx="2574931" cy="352127"/>
        </a:xfrm>
        <a:custGeom>
          <a:avLst/>
          <a:gdLst/>
          <a:ahLst/>
          <a:cxnLst/>
          <a:rect l="0" t="0" r="0" b="0"/>
          <a:pathLst>
            <a:path>
              <a:moveTo>
                <a:pt x="2574931" y="0"/>
              </a:moveTo>
              <a:lnTo>
                <a:pt x="2574931" y="176063"/>
              </a:lnTo>
              <a:lnTo>
                <a:pt x="0" y="176063"/>
              </a:lnTo>
              <a:lnTo>
                <a:pt x="0" y="35212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6D2FD4-5AAE-4C66-8E48-0C533515379A}">
      <dsp:nvSpPr>
        <dsp:cNvPr id="0" name=""/>
        <dsp:cNvSpPr/>
      </dsp:nvSpPr>
      <dsp:spPr>
        <a:xfrm>
          <a:off x="2576140" y="2826280"/>
          <a:ext cx="1320477" cy="8803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Initialize sum, count, high, low</a:t>
          </a:r>
          <a:endParaRPr lang="en-US" sz="1600" kern="1200" dirty="0"/>
        </a:p>
      </dsp:txBody>
      <dsp:txXfrm>
        <a:off x="2601924" y="2852064"/>
        <a:ext cx="1268909" cy="828750"/>
      </dsp:txXfrm>
    </dsp:sp>
    <dsp:sp modelId="{8FD61507-371B-4119-8134-74594C905F2A}">
      <dsp:nvSpPr>
        <dsp:cNvPr id="0" name=""/>
        <dsp:cNvSpPr/>
      </dsp:nvSpPr>
      <dsp:spPr>
        <a:xfrm>
          <a:off x="4953000" y="2474153"/>
          <a:ext cx="858310" cy="352127"/>
        </a:xfrm>
        <a:custGeom>
          <a:avLst/>
          <a:gdLst/>
          <a:ahLst/>
          <a:cxnLst/>
          <a:rect l="0" t="0" r="0" b="0"/>
          <a:pathLst>
            <a:path>
              <a:moveTo>
                <a:pt x="858310" y="0"/>
              </a:moveTo>
              <a:lnTo>
                <a:pt x="858310" y="176063"/>
              </a:lnTo>
              <a:lnTo>
                <a:pt x="0" y="176063"/>
              </a:lnTo>
              <a:lnTo>
                <a:pt x="0" y="35212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0A855F-B170-4F43-AFFF-790B006AE707}">
      <dsp:nvSpPr>
        <dsp:cNvPr id="0" name=""/>
        <dsp:cNvSpPr/>
      </dsp:nvSpPr>
      <dsp:spPr>
        <a:xfrm>
          <a:off x="4292761" y="2826280"/>
          <a:ext cx="1320477" cy="8803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Process moods</a:t>
          </a:r>
        </a:p>
      </dsp:txBody>
      <dsp:txXfrm>
        <a:off x="4318545" y="2852064"/>
        <a:ext cx="1268909" cy="828750"/>
      </dsp:txXfrm>
    </dsp:sp>
    <dsp:sp modelId="{35EA4CA1-5793-4415-9081-683E3055AA4A}">
      <dsp:nvSpPr>
        <dsp:cNvPr id="0" name=""/>
        <dsp:cNvSpPr/>
      </dsp:nvSpPr>
      <dsp:spPr>
        <a:xfrm>
          <a:off x="661447" y="3706599"/>
          <a:ext cx="4291552" cy="352127"/>
        </a:xfrm>
        <a:custGeom>
          <a:avLst/>
          <a:gdLst/>
          <a:ahLst/>
          <a:cxnLst/>
          <a:rect l="0" t="0" r="0" b="0"/>
          <a:pathLst>
            <a:path>
              <a:moveTo>
                <a:pt x="4291552" y="0"/>
              </a:moveTo>
              <a:lnTo>
                <a:pt x="4291552" y="176063"/>
              </a:lnTo>
              <a:lnTo>
                <a:pt x="0" y="176063"/>
              </a:lnTo>
              <a:lnTo>
                <a:pt x="0" y="35212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0EDF6B-E272-48A9-A7B8-ED44795D04FC}">
      <dsp:nvSpPr>
        <dsp:cNvPr id="0" name=""/>
        <dsp:cNvSpPr/>
      </dsp:nvSpPr>
      <dsp:spPr>
        <a:xfrm>
          <a:off x="1209" y="4058726"/>
          <a:ext cx="1320477" cy="8803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Input more, id, mood</a:t>
          </a:r>
          <a:endParaRPr lang="en-US" sz="1600" kern="1200" dirty="0"/>
        </a:p>
      </dsp:txBody>
      <dsp:txXfrm>
        <a:off x="26993" y="4084510"/>
        <a:ext cx="1268909" cy="828750"/>
      </dsp:txXfrm>
    </dsp:sp>
    <dsp:sp modelId="{7B341055-F522-4A77-9FD4-482D34F15397}">
      <dsp:nvSpPr>
        <dsp:cNvPr id="0" name=""/>
        <dsp:cNvSpPr/>
      </dsp:nvSpPr>
      <dsp:spPr>
        <a:xfrm>
          <a:off x="2378068" y="3706599"/>
          <a:ext cx="2574931" cy="352127"/>
        </a:xfrm>
        <a:custGeom>
          <a:avLst/>
          <a:gdLst/>
          <a:ahLst/>
          <a:cxnLst/>
          <a:rect l="0" t="0" r="0" b="0"/>
          <a:pathLst>
            <a:path>
              <a:moveTo>
                <a:pt x="2574931" y="0"/>
              </a:moveTo>
              <a:lnTo>
                <a:pt x="2574931" y="176063"/>
              </a:lnTo>
              <a:lnTo>
                <a:pt x="0" y="176063"/>
              </a:lnTo>
              <a:lnTo>
                <a:pt x="0" y="35212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06D81F-229B-454A-85A2-6C6E3FEF196F}">
      <dsp:nvSpPr>
        <dsp:cNvPr id="0" name=""/>
        <dsp:cNvSpPr/>
      </dsp:nvSpPr>
      <dsp:spPr>
        <a:xfrm>
          <a:off x="1717830" y="4058726"/>
          <a:ext cx="1320477" cy="8803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Accumulate mood into  </a:t>
          </a:r>
          <a:r>
            <a:rPr lang="en-US" sz="1600" kern="1200" dirty="0"/>
            <a:t>sum</a:t>
          </a:r>
        </a:p>
      </dsp:txBody>
      <dsp:txXfrm>
        <a:off x="1743614" y="4084510"/>
        <a:ext cx="1268909" cy="828750"/>
      </dsp:txXfrm>
    </dsp:sp>
    <dsp:sp modelId="{328FD5A3-7CB6-461B-8A10-8CD4500943AC}">
      <dsp:nvSpPr>
        <dsp:cNvPr id="0" name=""/>
        <dsp:cNvSpPr/>
      </dsp:nvSpPr>
      <dsp:spPr>
        <a:xfrm>
          <a:off x="4094689" y="3706599"/>
          <a:ext cx="858310" cy="352127"/>
        </a:xfrm>
        <a:custGeom>
          <a:avLst/>
          <a:gdLst/>
          <a:ahLst/>
          <a:cxnLst/>
          <a:rect l="0" t="0" r="0" b="0"/>
          <a:pathLst>
            <a:path>
              <a:moveTo>
                <a:pt x="858310" y="0"/>
              </a:moveTo>
              <a:lnTo>
                <a:pt x="858310" y="176063"/>
              </a:lnTo>
              <a:lnTo>
                <a:pt x="0" y="176063"/>
              </a:lnTo>
              <a:lnTo>
                <a:pt x="0" y="35212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50973D-99C3-42ED-A623-14C09856D76E}">
      <dsp:nvSpPr>
        <dsp:cNvPr id="0" name=""/>
        <dsp:cNvSpPr/>
      </dsp:nvSpPr>
      <dsp:spPr>
        <a:xfrm>
          <a:off x="3434450" y="4058726"/>
          <a:ext cx="1320477" cy="8803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Increment count</a:t>
          </a:r>
        </a:p>
      </dsp:txBody>
      <dsp:txXfrm>
        <a:off x="3460234" y="4084510"/>
        <a:ext cx="1268909" cy="828750"/>
      </dsp:txXfrm>
    </dsp:sp>
    <dsp:sp modelId="{266FA24F-4273-4693-9C9F-C5A23CDBD93F}">
      <dsp:nvSpPr>
        <dsp:cNvPr id="0" name=""/>
        <dsp:cNvSpPr/>
      </dsp:nvSpPr>
      <dsp:spPr>
        <a:xfrm>
          <a:off x="4953000" y="3706599"/>
          <a:ext cx="858310" cy="3521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063"/>
              </a:lnTo>
              <a:lnTo>
                <a:pt x="858310" y="176063"/>
              </a:lnTo>
              <a:lnTo>
                <a:pt x="858310" y="35212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CFAAFF-6872-4EB7-BCA4-064E9FD2813A}">
      <dsp:nvSpPr>
        <dsp:cNvPr id="0" name=""/>
        <dsp:cNvSpPr/>
      </dsp:nvSpPr>
      <dsp:spPr>
        <a:xfrm>
          <a:off x="5151071" y="4058726"/>
          <a:ext cx="1320477" cy="8803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Update high and highID, low, lowID</a:t>
          </a:r>
          <a:endParaRPr lang="en-US" sz="1600" kern="1200" dirty="0"/>
        </a:p>
      </dsp:txBody>
      <dsp:txXfrm>
        <a:off x="5176855" y="4084510"/>
        <a:ext cx="1268909" cy="828750"/>
      </dsp:txXfrm>
    </dsp:sp>
    <dsp:sp modelId="{F50E0392-CD8E-4223-B37E-3F92D8405EDB}">
      <dsp:nvSpPr>
        <dsp:cNvPr id="0" name=""/>
        <dsp:cNvSpPr/>
      </dsp:nvSpPr>
      <dsp:spPr>
        <a:xfrm>
          <a:off x="4953000" y="3706599"/>
          <a:ext cx="2574931" cy="3521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063"/>
              </a:lnTo>
              <a:lnTo>
                <a:pt x="2574931" y="176063"/>
              </a:lnTo>
              <a:lnTo>
                <a:pt x="2574931" y="35212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F634A9-6976-4794-A1A5-32F87A0270FF}">
      <dsp:nvSpPr>
        <dsp:cNvPr id="0" name=""/>
        <dsp:cNvSpPr/>
      </dsp:nvSpPr>
      <dsp:spPr>
        <a:xfrm>
          <a:off x="6867692" y="4058726"/>
          <a:ext cx="1320477" cy="8803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Determine moodCat</a:t>
          </a:r>
        </a:p>
      </dsp:txBody>
      <dsp:txXfrm>
        <a:off x="6893476" y="4084510"/>
        <a:ext cx="1268909" cy="828750"/>
      </dsp:txXfrm>
    </dsp:sp>
    <dsp:sp modelId="{C3A6366B-4F3A-4674-9C7C-87E52558810F}">
      <dsp:nvSpPr>
        <dsp:cNvPr id="0" name=""/>
        <dsp:cNvSpPr/>
      </dsp:nvSpPr>
      <dsp:spPr>
        <a:xfrm>
          <a:off x="4953000" y="3706599"/>
          <a:ext cx="4291552" cy="3521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063"/>
              </a:lnTo>
              <a:lnTo>
                <a:pt x="4291552" y="176063"/>
              </a:lnTo>
              <a:lnTo>
                <a:pt x="4291552" y="35212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876056-8982-464B-907F-B6D7F25F8AB3}">
      <dsp:nvSpPr>
        <dsp:cNvPr id="0" name=""/>
        <dsp:cNvSpPr/>
      </dsp:nvSpPr>
      <dsp:spPr>
        <a:xfrm>
          <a:off x="8584313" y="4058726"/>
          <a:ext cx="1320477" cy="8803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Output id, moodCat</a:t>
          </a:r>
          <a:endParaRPr lang="en-US" sz="1600" kern="1200" dirty="0"/>
        </a:p>
      </dsp:txBody>
      <dsp:txXfrm>
        <a:off x="8610097" y="4084510"/>
        <a:ext cx="1268909" cy="828750"/>
      </dsp:txXfrm>
    </dsp:sp>
    <dsp:sp modelId="{69F47690-6096-4604-BD5B-C71EEB6A323C}">
      <dsp:nvSpPr>
        <dsp:cNvPr id="0" name=""/>
        <dsp:cNvSpPr/>
      </dsp:nvSpPr>
      <dsp:spPr>
        <a:xfrm>
          <a:off x="5811310" y="2474153"/>
          <a:ext cx="858310" cy="3521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063"/>
              </a:lnTo>
              <a:lnTo>
                <a:pt x="858310" y="176063"/>
              </a:lnTo>
              <a:lnTo>
                <a:pt x="858310" y="35212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61CFDE-9EC5-4FF3-AF36-7859B9F0D361}">
      <dsp:nvSpPr>
        <dsp:cNvPr id="0" name=""/>
        <dsp:cNvSpPr/>
      </dsp:nvSpPr>
      <dsp:spPr>
        <a:xfrm>
          <a:off x="6009382" y="2826280"/>
          <a:ext cx="1320477" cy="8803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Calc</a:t>
          </a:r>
          <a:r>
            <a:rPr lang="en-US" sz="1600" kern="1200" dirty="0"/>
            <a:t> </a:t>
          </a:r>
          <a:r>
            <a:rPr lang="en-US" sz="1600" kern="1200" dirty="0" err="1"/>
            <a:t>Avg</a:t>
          </a:r>
          <a:endParaRPr lang="en-US" sz="1600" kern="1200" dirty="0"/>
        </a:p>
      </dsp:txBody>
      <dsp:txXfrm>
        <a:off x="6035166" y="2852064"/>
        <a:ext cx="1268909" cy="828750"/>
      </dsp:txXfrm>
    </dsp:sp>
    <dsp:sp modelId="{BF27E909-FA80-41D6-969D-7B39AD52A427}">
      <dsp:nvSpPr>
        <dsp:cNvPr id="0" name=""/>
        <dsp:cNvSpPr/>
      </dsp:nvSpPr>
      <dsp:spPr>
        <a:xfrm>
          <a:off x="5811310" y="2474153"/>
          <a:ext cx="2574931" cy="3521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063"/>
              </a:lnTo>
              <a:lnTo>
                <a:pt x="2574931" y="176063"/>
              </a:lnTo>
              <a:lnTo>
                <a:pt x="2574931" y="35212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6ECE61-A61E-46F8-9593-4B79A01519A2}">
      <dsp:nvSpPr>
        <dsp:cNvPr id="0" name=""/>
        <dsp:cNvSpPr/>
      </dsp:nvSpPr>
      <dsp:spPr>
        <a:xfrm>
          <a:off x="7726002" y="2826280"/>
          <a:ext cx="1320477" cy="88031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Output avg,  high, highID, low, lowID</a:t>
          </a:r>
          <a:endParaRPr lang="en-US" sz="1600" kern="1200" dirty="0"/>
        </a:p>
      </dsp:txBody>
      <dsp:txXfrm>
        <a:off x="7751786" y="2852064"/>
        <a:ext cx="1268909" cy="8287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91603F-7865-4DA0-9946-9B7887B7ED6D}">
      <dsp:nvSpPr>
        <dsp:cNvPr id="0" name=""/>
        <dsp:cNvSpPr/>
      </dsp:nvSpPr>
      <dsp:spPr>
        <a:xfrm>
          <a:off x="5241830" y="1692840"/>
          <a:ext cx="1342578" cy="89505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Mood Report</a:t>
          </a:r>
          <a:endParaRPr lang="en-US" sz="1700" kern="1200" dirty="0"/>
        </a:p>
      </dsp:txBody>
      <dsp:txXfrm>
        <a:off x="5268045" y="1719055"/>
        <a:ext cx="1290148" cy="842622"/>
      </dsp:txXfrm>
    </dsp:sp>
    <dsp:sp modelId="{5FD6E85E-772C-46FE-ABB0-B265ECD9AC22}">
      <dsp:nvSpPr>
        <dsp:cNvPr id="0" name=""/>
        <dsp:cNvSpPr/>
      </dsp:nvSpPr>
      <dsp:spPr>
        <a:xfrm>
          <a:off x="2422415" y="2587892"/>
          <a:ext cx="3490704" cy="358020"/>
        </a:xfrm>
        <a:custGeom>
          <a:avLst/>
          <a:gdLst/>
          <a:ahLst/>
          <a:cxnLst/>
          <a:rect l="0" t="0" r="0" b="0"/>
          <a:pathLst>
            <a:path>
              <a:moveTo>
                <a:pt x="3490704" y="0"/>
              </a:moveTo>
              <a:lnTo>
                <a:pt x="3490704" y="179010"/>
              </a:lnTo>
              <a:lnTo>
                <a:pt x="0" y="179010"/>
              </a:lnTo>
              <a:lnTo>
                <a:pt x="0" y="35802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6D2FD4-5AAE-4C66-8E48-0C533515379A}">
      <dsp:nvSpPr>
        <dsp:cNvPr id="0" name=""/>
        <dsp:cNvSpPr/>
      </dsp:nvSpPr>
      <dsp:spPr>
        <a:xfrm>
          <a:off x="1751126" y="2945913"/>
          <a:ext cx="1342578" cy="89505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Initialize sum, count, high, low</a:t>
          </a:r>
          <a:endParaRPr lang="en-US" sz="1700" kern="1200" dirty="0"/>
        </a:p>
      </dsp:txBody>
      <dsp:txXfrm>
        <a:off x="1777341" y="2972128"/>
        <a:ext cx="1290148" cy="842622"/>
      </dsp:txXfrm>
    </dsp:sp>
    <dsp:sp modelId="{4FC7A983-8825-458E-887F-6A7D9314BD3A}">
      <dsp:nvSpPr>
        <dsp:cNvPr id="0" name=""/>
        <dsp:cNvSpPr/>
      </dsp:nvSpPr>
      <dsp:spPr>
        <a:xfrm>
          <a:off x="4167767" y="2587892"/>
          <a:ext cx="1745352" cy="358020"/>
        </a:xfrm>
        <a:custGeom>
          <a:avLst/>
          <a:gdLst/>
          <a:ahLst/>
          <a:cxnLst/>
          <a:rect l="0" t="0" r="0" b="0"/>
          <a:pathLst>
            <a:path>
              <a:moveTo>
                <a:pt x="1745352" y="0"/>
              </a:moveTo>
              <a:lnTo>
                <a:pt x="1745352" y="179010"/>
              </a:lnTo>
              <a:lnTo>
                <a:pt x="0" y="179010"/>
              </a:lnTo>
              <a:lnTo>
                <a:pt x="0" y="35802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E1076A-34A5-43D2-B176-68C0BACC42CD}">
      <dsp:nvSpPr>
        <dsp:cNvPr id="0" name=""/>
        <dsp:cNvSpPr/>
      </dsp:nvSpPr>
      <dsp:spPr>
        <a:xfrm>
          <a:off x="3496478" y="2945913"/>
          <a:ext cx="1342578" cy="89505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Input more</a:t>
          </a:r>
        </a:p>
      </dsp:txBody>
      <dsp:txXfrm>
        <a:off x="3522693" y="2972128"/>
        <a:ext cx="1290148" cy="842622"/>
      </dsp:txXfrm>
    </dsp:sp>
    <dsp:sp modelId="{8FD61507-371B-4119-8134-74594C905F2A}">
      <dsp:nvSpPr>
        <dsp:cNvPr id="0" name=""/>
        <dsp:cNvSpPr/>
      </dsp:nvSpPr>
      <dsp:spPr>
        <a:xfrm>
          <a:off x="5867399" y="2587892"/>
          <a:ext cx="91440" cy="35802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802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0A855F-B170-4F43-AFFF-790B006AE707}">
      <dsp:nvSpPr>
        <dsp:cNvPr id="0" name=""/>
        <dsp:cNvSpPr/>
      </dsp:nvSpPr>
      <dsp:spPr>
        <a:xfrm>
          <a:off x="5241830" y="2945913"/>
          <a:ext cx="1342578" cy="89505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Process moods</a:t>
          </a:r>
        </a:p>
      </dsp:txBody>
      <dsp:txXfrm>
        <a:off x="5268045" y="2972128"/>
        <a:ext cx="1290148" cy="842622"/>
      </dsp:txXfrm>
    </dsp:sp>
    <dsp:sp modelId="{35EA4CA1-5793-4415-9081-683E3055AA4A}">
      <dsp:nvSpPr>
        <dsp:cNvPr id="0" name=""/>
        <dsp:cNvSpPr/>
      </dsp:nvSpPr>
      <dsp:spPr>
        <a:xfrm>
          <a:off x="677063" y="3840966"/>
          <a:ext cx="5236056" cy="358020"/>
        </a:xfrm>
        <a:custGeom>
          <a:avLst/>
          <a:gdLst/>
          <a:ahLst/>
          <a:cxnLst/>
          <a:rect l="0" t="0" r="0" b="0"/>
          <a:pathLst>
            <a:path>
              <a:moveTo>
                <a:pt x="5236056" y="0"/>
              </a:moveTo>
              <a:lnTo>
                <a:pt x="5236056" y="179010"/>
              </a:lnTo>
              <a:lnTo>
                <a:pt x="0" y="179010"/>
              </a:lnTo>
              <a:lnTo>
                <a:pt x="0" y="35802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0EDF6B-E272-48A9-A7B8-ED44795D04FC}">
      <dsp:nvSpPr>
        <dsp:cNvPr id="0" name=""/>
        <dsp:cNvSpPr/>
      </dsp:nvSpPr>
      <dsp:spPr>
        <a:xfrm>
          <a:off x="5774" y="4198987"/>
          <a:ext cx="1342578" cy="89505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Input id, mood</a:t>
          </a:r>
          <a:endParaRPr lang="en-US" sz="1700" kern="1200" dirty="0"/>
        </a:p>
      </dsp:txBody>
      <dsp:txXfrm>
        <a:off x="31989" y="4225202"/>
        <a:ext cx="1290148" cy="842622"/>
      </dsp:txXfrm>
    </dsp:sp>
    <dsp:sp modelId="{7B341055-F522-4A77-9FD4-482D34F15397}">
      <dsp:nvSpPr>
        <dsp:cNvPr id="0" name=""/>
        <dsp:cNvSpPr/>
      </dsp:nvSpPr>
      <dsp:spPr>
        <a:xfrm>
          <a:off x="2422415" y="3840966"/>
          <a:ext cx="3490704" cy="358020"/>
        </a:xfrm>
        <a:custGeom>
          <a:avLst/>
          <a:gdLst/>
          <a:ahLst/>
          <a:cxnLst/>
          <a:rect l="0" t="0" r="0" b="0"/>
          <a:pathLst>
            <a:path>
              <a:moveTo>
                <a:pt x="3490704" y="0"/>
              </a:moveTo>
              <a:lnTo>
                <a:pt x="3490704" y="179010"/>
              </a:lnTo>
              <a:lnTo>
                <a:pt x="0" y="179010"/>
              </a:lnTo>
              <a:lnTo>
                <a:pt x="0" y="35802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06D81F-229B-454A-85A2-6C6E3FEF196F}">
      <dsp:nvSpPr>
        <dsp:cNvPr id="0" name=""/>
        <dsp:cNvSpPr/>
      </dsp:nvSpPr>
      <dsp:spPr>
        <a:xfrm>
          <a:off x="1751126" y="4198987"/>
          <a:ext cx="1342578" cy="89505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Accumulate mood into  </a:t>
          </a:r>
          <a:r>
            <a:rPr lang="en-US" sz="1700" kern="1200" dirty="0"/>
            <a:t>sum</a:t>
          </a:r>
        </a:p>
      </dsp:txBody>
      <dsp:txXfrm>
        <a:off x="1777341" y="4225202"/>
        <a:ext cx="1290148" cy="842622"/>
      </dsp:txXfrm>
    </dsp:sp>
    <dsp:sp modelId="{328FD5A3-7CB6-461B-8A10-8CD4500943AC}">
      <dsp:nvSpPr>
        <dsp:cNvPr id="0" name=""/>
        <dsp:cNvSpPr/>
      </dsp:nvSpPr>
      <dsp:spPr>
        <a:xfrm>
          <a:off x="4167767" y="3840966"/>
          <a:ext cx="1745352" cy="358020"/>
        </a:xfrm>
        <a:custGeom>
          <a:avLst/>
          <a:gdLst/>
          <a:ahLst/>
          <a:cxnLst/>
          <a:rect l="0" t="0" r="0" b="0"/>
          <a:pathLst>
            <a:path>
              <a:moveTo>
                <a:pt x="1745352" y="0"/>
              </a:moveTo>
              <a:lnTo>
                <a:pt x="1745352" y="179010"/>
              </a:lnTo>
              <a:lnTo>
                <a:pt x="0" y="179010"/>
              </a:lnTo>
              <a:lnTo>
                <a:pt x="0" y="35802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50973D-99C3-42ED-A623-14C09856D76E}">
      <dsp:nvSpPr>
        <dsp:cNvPr id="0" name=""/>
        <dsp:cNvSpPr/>
      </dsp:nvSpPr>
      <dsp:spPr>
        <a:xfrm>
          <a:off x="3496478" y="4198987"/>
          <a:ext cx="1342578" cy="89505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Increment count</a:t>
          </a:r>
        </a:p>
      </dsp:txBody>
      <dsp:txXfrm>
        <a:off x="3522693" y="4225202"/>
        <a:ext cx="1290148" cy="842622"/>
      </dsp:txXfrm>
    </dsp:sp>
    <dsp:sp modelId="{266FA24F-4273-4693-9C9F-C5A23CDBD93F}">
      <dsp:nvSpPr>
        <dsp:cNvPr id="0" name=""/>
        <dsp:cNvSpPr/>
      </dsp:nvSpPr>
      <dsp:spPr>
        <a:xfrm>
          <a:off x="5867399" y="3840966"/>
          <a:ext cx="91440" cy="35802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802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CFAAFF-6872-4EB7-BCA4-064E9FD2813A}">
      <dsp:nvSpPr>
        <dsp:cNvPr id="0" name=""/>
        <dsp:cNvSpPr/>
      </dsp:nvSpPr>
      <dsp:spPr>
        <a:xfrm>
          <a:off x="5241830" y="4198987"/>
          <a:ext cx="1342578" cy="89505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Update high and highID, low, lowID</a:t>
          </a:r>
          <a:endParaRPr lang="en-US" sz="1700" kern="1200" dirty="0"/>
        </a:p>
      </dsp:txBody>
      <dsp:txXfrm>
        <a:off x="5268045" y="4225202"/>
        <a:ext cx="1290148" cy="842622"/>
      </dsp:txXfrm>
    </dsp:sp>
    <dsp:sp modelId="{F50E0392-CD8E-4223-B37E-3F92D8405EDB}">
      <dsp:nvSpPr>
        <dsp:cNvPr id="0" name=""/>
        <dsp:cNvSpPr/>
      </dsp:nvSpPr>
      <dsp:spPr>
        <a:xfrm>
          <a:off x="5913120" y="3840966"/>
          <a:ext cx="1745352" cy="3580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9010"/>
              </a:lnTo>
              <a:lnTo>
                <a:pt x="1745352" y="179010"/>
              </a:lnTo>
              <a:lnTo>
                <a:pt x="1745352" y="35802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F634A9-6976-4794-A1A5-32F87A0270FF}">
      <dsp:nvSpPr>
        <dsp:cNvPr id="0" name=""/>
        <dsp:cNvSpPr/>
      </dsp:nvSpPr>
      <dsp:spPr>
        <a:xfrm>
          <a:off x="6987182" y="4198987"/>
          <a:ext cx="1342578" cy="89505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Determine moodCat</a:t>
          </a:r>
        </a:p>
      </dsp:txBody>
      <dsp:txXfrm>
        <a:off x="7013397" y="4225202"/>
        <a:ext cx="1290148" cy="842622"/>
      </dsp:txXfrm>
    </dsp:sp>
    <dsp:sp modelId="{C3A6366B-4F3A-4674-9C7C-87E52558810F}">
      <dsp:nvSpPr>
        <dsp:cNvPr id="0" name=""/>
        <dsp:cNvSpPr/>
      </dsp:nvSpPr>
      <dsp:spPr>
        <a:xfrm>
          <a:off x="5913120" y="3840966"/>
          <a:ext cx="3490704" cy="3580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9010"/>
              </a:lnTo>
              <a:lnTo>
                <a:pt x="3490704" y="179010"/>
              </a:lnTo>
              <a:lnTo>
                <a:pt x="3490704" y="35802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876056-8982-464B-907F-B6D7F25F8AB3}">
      <dsp:nvSpPr>
        <dsp:cNvPr id="0" name=""/>
        <dsp:cNvSpPr/>
      </dsp:nvSpPr>
      <dsp:spPr>
        <a:xfrm>
          <a:off x="8732534" y="4198987"/>
          <a:ext cx="1342578" cy="89505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Output id, moodCat</a:t>
          </a:r>
          <a:endParaRPr lang="en-US" sz="1700" kern="1200" dirty="0"/>
        </a:p>
      </dsp:txBody>
      <dsp:txXfrm>
        <a:off x="8758749" y="4225202"/>
        <a:ext cx="1290148" cy="842622"/>
      </dsp:txXfrm>
    </dsp:sp>
    <dsp:sp modelId="{2EEFD4BC-3B58-4150-8740-38BFFE8233BA}">
      <dsp:nvSpPr>
        <dsp:cNvPr id="0" name=""/>
        <dsp:cNvSpPr/>
      </dsp:nvSpPr>
      <dsp:spPr>
        <a:xfrm>
          <a:off x="5913120" y="3840966"/>
          <a:ext cx="5236056" cy="3580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9010"/>
              </a:lnTo>
              <a:lnTo>
                <a:pt x="5236056" y="179010"/>
              </a:lnTo>
              <a:lnTo>
                <a:pt x="5236056" y="35802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6B6A4A-92F1-4001-904B-4CF24923B0CF}">
      <dsp:nvSpPr>
        <dsp:cNvPr id="0" name=""/>
        <dsp:cNvSpPr/>
      </dsp:nvSpPr>
      <dsp:spPr>
        <a:xfrm>
          <a:off x="10477886" y="4198987"/>
          <a:ext cx="1342578" cy="89505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Input more</a:t>
          </a:r>
        </a:p>
      </dsp:txBody>
      <dsp:txXfrm>
        <a:off x="10504101" y="4225202"/>
        <a:ext cx="1290148" cy="842622"/>
      </dsp:txXfrm>
    </dsp:sp>
    <dsp:sp modelId="{69F47690-6096-4604-BD5B-C71EEB6A323C}">
      <dsp:nvSpPr>
        <dsp:cNvPr id="0" name=""/>
        <dsp:cNvSpPr/>
      </dsp:nvSpPr>
      <dsp:spPr>
        <a:xfrm>
          <a:off x="5913120" y="2587892"/>
          <a:ext cx="1745352" cy="3580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9010"/>
              </a:lnTo>
              <a:lnTo>
                <a:pt x="1745352" y="179010"/>
              </a:lnTo>
              <a:lnTo>
                <a:pt x="1745352" y="35802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61CFDE-9EC5-4FF3-AF36-7859B9F0D361}">
      <dsp:nvSpPr>
        <dsp:cNvPr id="0" name=""/>
        <dsp:cNvSpPr/>
      </dsp:nvSpPr>
      <dsp:spPr>
        <a:xfrm>
          <a:off x="6987182" y="2945913"/>
          <a:ext cx="1342578" cy="89505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Calc</a:t>
          </a:r>
          <a:r>
            <a:rPr lang="en-US" sz="1700" kern="1200" dirty="0"/>
            <a:t> </a:t>
          </a:r>
          <a:r>
            <a:rPr lang="en-US" sz="1700" kern="1200" dirty="0" err="1"/>
            <a:t>Avg</a:t>
          </a:r>
          <a:endParaRPr lang="en-US" sz="1700" kern="1200" dirty="0"/>
        </a:p>
      </dsp:txBody>
      <dsp:txXfrm>
        <a:off x="7013397" y="2972128"/>
        <a:ext cx="1290148" cy="842622"/>
      </dsp:txXfrm>
    </dsp:sp>
    <dsp:sp modelId="{BF27E909-FA80-41D6-969D-7B39AD52A427}">
      <dsp:nvSpPr>
        <dsp:cNvPr id="0" name=""/>
        <dsp:cNvSpPr/>
      </dsp:nvSpPr>
      <dsp:spPr>
        <a:xfrm>
          <a:off x="5913120" y="2587892"/>
          <a:ext cx="3490704" cy="3580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9010"/>
              </a:lnTo>
              <a:lnTo>
                <a:pt x="3490704" y="179010"/>
              </a:lnTo>
              <a:lnTo>
                <a:pt x="3490704" y="35802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6ECE61-A61E-46F8-9593-4B79A01519A2}">
      <dsp:nvSpPr>
        <dsp:cNvPr id="0" name=""/>
        <dsp:cNvSpPr/>
      </dsp:nvSpPr>
      <dsp:spPr>
        <a:xfrm>
          <a:off x="8732534" y="2945913"/>
          <a:ext cx="1342578" cy="89505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Output avg,  high, highID, low, lowID</a:t>
          </a:r>
          <a:endParaRPr lang="en-US" sz="1700" kern="1200" dirty="0"/>
        </a:p>
      </dsp:txBody>
      <dsp:txXfrm>
        <a:off x="8758749" y="2972128"/>
        <a:ext cx="1290148" cy="8426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6042-3230-4C7E-B249-302F6E0D1C8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99F9-B56A-4755-9340-5AFF09111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520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6042-3230-4C7E-B249-302F6E0D1C8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99F9-B56A-4755-9340-5AFF09111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630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6042-3230-4C7E-B249-302F6E0D1C8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99F9-B56A-4755-9340-5AFF09111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027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6042-3230-4C7E-B249-302F6E0D1C8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99F9-B56A-4755-9340-5AFF09111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937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6042-3230-4C7E-B249-302F6E0D1C8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99F9-B56A-4755-9340-5AFF09111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29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6042-3230-4C7E-B249-302F6E0D1C8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99F9-B56A-4755-9340-5AFF09111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394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6042-3230-4C7E-B249-302F6E0D1C8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99F9-B56A-4755-9340-5AFF09111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084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6042-3230-4C7E-B249-302F6E0D1C8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99F9-B56A-4755-9340-5AFF09111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97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6042-3230-4C7E-B249-302F6E0D1C8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99F9-B56A-4755-9340-5AFF09111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477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6042-3230-4C7E-B249-302F6E0D1C8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99F9-B56A-4755-9340-5AFF09111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71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6042-3230-4C7E-B249-302F6E0D1C8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899F9-B56A-4755-9340-5AFF09111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773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806042-3230-4C7E-B249-302F6E0D1C86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899F9-B56A-4755-9340-5AFF09111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29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452012947"/>
              </p:ext>
            </p:extLst>
          </p:nvPr>
        </p:nvGraphicFramePr>
        <p:xfrm>
          <a:off x="1351280" y="213360"/>
          <a:ext cx="9906000" cy="6532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6554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E7B2F-C17B-8778-066C-8F1A4F5AE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FFE364E-83D0-D4EF-FDC2-4F490CE7F6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6362980"/>
              </p:ext>
            </p:extLst>
          </p:nvPr>
        </p:nvGraphicFramePr>
        <p:xfrm>
          <a:off x="365760" y="0"/>
          <a:ext cx="11826240" cy="6786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598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102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Herman, Owen</dc:creator>
  <cp:lastModifiedBy>Owen S Herman</cp:lastModifiedBy>
  <cp:revision>10</cp:revision>
  <cp:lastPrinted>2017-06-05T16:49:08Z</cp:lastPrinted>
  <dcterms:created xsi:type="dcterms:W3CDTF">2016-02-16T01:10:32Z</dcterms:created>
  <dcterms:modified xsi:type="dcterms:W3CDTF">2025-09-16T03:39:03Z</dcterms:modified>
</cp:coreProperties>
</file>